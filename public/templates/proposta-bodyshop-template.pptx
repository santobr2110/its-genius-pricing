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274" r:id="rId5"/>
    <p:sldId id="257" r:id="rId6"/>
    <p:sldId id="258" r:id="rId7"/>
    <p:sldId id="260" r:id="rId8"/>
    <p:sldId id="2147471597" r:id="rId9"/>
    <p:sldId id="2147471602" r:id="rId10"/>
    <p:sldId id="2147471607" r:id="rId11"/>
    <p:sldId id="2147471609" r:id="rId12"/>
    <p:sldId id="2147471608" r:id="rId13"/>
    <p:sldId id="268" r:id="rId14"/>
    <p:sldId id="2147471594" r:id="rId15"/>
    <p:sldId id="2147471592" r:id="rId16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bre" id="{745F28BE-5E09-40C2-8D90-7CBA101B7C3C}">
          <p14:sldIdLst>
            <p14:sldId id="274"/>
            <p14:sldId id="257"/>
            <p14:sldId id="258"/>
            <p14:sldId id="260"/>
          </p14:sldIdLst>
        </p14:section>
        <p14:section name="Escopo" id="{5E54E1E8-CCA8-4406-BDB3-147E78544EC0}">
          <p14:sldIdLst>
            <p14:sldId id="2147471597"/>
            <p14:sldId id="2147471602"/>
            <p14:sldId id="2147471607"/>
            <p14:sldId id="2147471609"/>
            <p14:sldId id="2147471608"/>
            <p14:sldId id="268"/>
            <p14:sldId id="2147471594"/>
            <p14:sldId id="21474715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4B"/>
    <a:srgbClr val="17392F"/>
    <a:srgbClr val="ED884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7" autoAdjust="0"/>
    <p:restoredTop sz="94675"/>
  </p:normalViewPr>
  <p:slideViewPr>
    <p:cSldViewPr>
      <p:cViewPr varScale="1">
        <p:scale>
          <a:sx n="159" d="100"/>
          <a:sy n="159" d="100"/>
        </p:scale>
        <p:origin x="68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13319-1676-4A8C-B992-8C6A849A5E7C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3AF49-1444-425F-B9CB-C56766E2CB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23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214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10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BF21-8AF2-C145-9AE0-8384501E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5CF732-F734-78C7-981A-1619B7D0B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FDFCCE-9535-0574-96BA-A4AEF3312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192276-A367-A777-7FD8-29316B2AE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140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958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07F07-0AD1-49C7-A591-C9DAC4A8482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46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microsoft.com/office/2007/relationships/hdphoto" Target="../media/hdphoto1.wdp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fundo Chap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5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conteúdo Astrona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9F1097AF-C288-C87D-5876-52D04ABE0992}"/>
              </a:ext>
            </a:extLst>
          </p:cNvPr>
          <p:cNvGrpSpPr/>
          <p:nvPr userDrawn="1"/>
        </p:nvGrpSpPr>
        <p:grpSpPr>
          <a:xfrm>
            <a:off x="0" y="0"/>
            <a:ext cx="9143999" cy="5143500"/>
            <a:chOff x="1238530" y="768384"/>
            <a:chExt cx="9459965" cy="5321232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203162D-D33B-26B6-D771-67EE56E65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835" t="11810" b="11810"/>
            <a:stretch>
              <a:fillRect/>
            </a:stretch>
          </p:blipFill>
          <p:spPr>
            <a:xfrm flipH="1">
              <a:off x="3429973" y="768384"/>
              <a:ext cx="7268522" cy="5321232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883FD106-12FF-C688-40FF-5D5330495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4273" t="11880" b="11880"/>
            <a:stretch>
              <a:fillRect/>
            </a:stretch>
          </p:blipFill>
          <p:spPr>
            <a:xfrm>
              <a:off x="1238530" y="773223"/>
              <a:ext cx="2191443" cy="5311555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0586392-C1B9-4FF3-865A-8E6427D107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 amt="7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4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conteúdo Astronau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9F1097AF-C288-C87D-5876-52D04ABE0992}"/>
              </a:ext>
            </a:extLst>
          </p:cNvPr>
          <p:cNvGrpSpPr/>
          <p:nvPr userDrawn="1"/>
        </p:nvGrpSpPr>
        <p:grpSpPr>
          <a:xfrm>
            <a:off x="0" y="0"/>
            <a:ext cx="9143999" cy="5143500"/>
            <a:chOff x="1238530" y="768384"/>
            <a:chExt cx="9459965" cy="5321232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203162D-D33B-26B6-D771-67EE56E65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835" t="11810" b="11810"/>
            <a:stretch>
              <a:fillRect/>
            </a:stretch>
          </p:blipFill>
          <p:spPr>
            <a:xfrm flipH="1">
              <a:off x="3429973" y="768384"/>
              <a:ext cx="7268522" cy="5321232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883FD106-12FF-C688-40FF-5D5330495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4273" t="11880" b="11880"/>
            <a:stretch>
              <a:fillRect/>
            </a:stretch>
          </p:blipFill>
          <p:spPr>
            <a:xfrm>
              <a:off x="1238530" y="773223"/>
              <a:ext cx="2191443" cy="5311555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0586392-C1B9-4FF3-865A-8E6427D107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 amt="7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EC36F2A2-29DE-D0EF-E916-55A82344D5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022" y="404362"/>
            <a:ext cx="292946" cy="1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4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ário e Tóp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D256D97-2D41-3372-D91B-2C3C66B1CC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9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dominan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D34927B-00B4-04DA-9BA6-C6922AABF6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áfico 2">
            <a:extLst>
              <a:ext uri="{FF2B5EF4-FFF2-40B4-BE49-F238E27FC236}">
                <a16:creationId xmlns:a16="http://schemas.microsoft.com/office/drawing/2014/main" id="{28599663-526B-EA49-CEC4-AA79193FA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2083" y="4643438"/>
            <a:ext cx="779878" cy="18649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26FB06-4506-3714-D385-D4F84FD34C4E}"/>
              </a:ext>
            </a:extLst>
          </p:cNvPr>
          <p:cNvSpPr txBox="1"/>
          <p:nvPr userDrawn="1"/>
        </p:nvSpPr>
        <p:spPr>
          <a:xfrm>
            <a:off x="223930" y="199148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Technology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Selbetti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| www.</a:t>
            </a:r>
            <a:r>
              <a:rPr lang="pt-BR" sz="900" b="1" spc="225" dirty="0">
                <a:solidFill>
                  <a:schemeClr val="bg1">
                    <a:lumMod val="75000"/>
                  </a:schemeClr>
                </a:solidFill>
              </a:rPr>
              <a:t>selbetti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.com.br </a:t>
            </a:r>
          </a:p>
        </p:txBody>
      </p:sp>
    </p:spTree>
    <p:extLst>
      <p:ext uri="{BB962C8B-B14F-4D97-AF65-F5344CB8AC3E}">
        <p14:creationId xmlns:p14="http://schemas.microsoft.com/office/powerpoint/2010/main" val="267768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dominan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2">
            <a:extLst>
              <a:ext uri="{FF2B5EF4-FFF2-40B4-BE49-F238E27FC236}">
                <a16:creationId xmlns:a16="http://schemas.microsoft.com/office/drawing/2014/main" id="{28599663-526B-EA49-CEC4-AA79193FAC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2083" y="4643438"/>
            <a:ext cx="779878" cy="18649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26FB06-4506-3714-D385-D4F84FD34C4E}"/>
              </a:ext>
            </a:extLst>
          </p:cNvPr>
          <p:cNvSpPr txBox="1"/>
          <p:nvPr userDrawn="1"/>
        </p:nvSpPr>
        <p:spPr>
          <a:xfrm>
            <a:off x="223930" y="199148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Technology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Selbetti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| www.</a:t>
            </a:r>
            <a:r>
              <a:rPr lang="pt-BR" sz="900" b="1" spc="225" dirty="0">
                <a:solidFill>
                  <a:schemeClr val="bg1">
                    <a:lumMod val="75000"/>
                  </a:schemeClr>
                </a:solidFill>
              </a:rPr>
              <a:t>selbetti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.com.br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68B362-8752-0456-FC18-9FEAE2F3C3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Gráfico 2">
            <a:extLst>
              <a:ext uri="{FF2B5EF4-FFF2-40B4-BE49-F238E27FC236}">
                <a16:creationId xmlns:a16="http://schemas.microsoft.com/office/drawing/2014/main" id="{14D7AD6C-8F45-9D44-535F-FD22AC2136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3929" y="4757738"/>
            <a:ext cx="779878" cy="18649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3EC0773-AACC-8D18-D997-63CCD7B3AA70}"/>
              </a:ext>
            </a:extLst>
          </p:cNvPr>
          <p:cNvSpPr txBox="1"/>
          <p:nvPr userDrawn="1"/>
        </p:nvSpPr>
        <p:spPr>
          <a:xfrm>
            <a:off x="4154503" y="313448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Technology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Selbetti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| www.</a:t>
            </a:r>
            <a:r>
              <a:rPr lang="pt-BR" sz="900" b="1" spc="225" dirty="0">
                <a:solidFill>
                  <a:schemeClr val="bg1">
                    <a:lumMod val="75000"/>
                  </a:schemeClr>
                </a:solidFill>
              </a:rPr>
              <a:t>selbetti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.com.br </a:t>
            </a:r>
          </a:p>
        </p:txBody>
      </p:sp>
    </p:spTree>
    <p:extLst>
      <p:ext uri="{BB962C8B-B14F-4D97-AF65-F5344CB8AC3E}">
        <p14:creationId xmlns:p14="http://schemas.microsoft.com/office/powerpoint/2010/main" val="255417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Gradiente Laranja">
    <p:bg>
      <p:bgPr>
        <a:solidFill>
          <a:srgbClr val="EF89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D5AC69F-7563-3E52-BF9D-E342EB2BBD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AEAD9945-F3D8-BA2B-9A4F-0A48AB095A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2083" y="4643438"/>
            <a:ext cx="779878" cy="1864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B78F265-B00F-AFE8-693F-7F4F92116D01}"/>
              </a:ext>
            </a:extLst>
          </p:cNvPr>
          <p:cNvSpPr txBox="1"/>
          <p:nvPr userDrawn="1"/>
        </p:nvSpPr>
        <p:spPr>
          <a:xfrm>
            <a:off x="648295" y="426342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spc="225" dirty="0">
                <a:solidFill>
                  <a:schemeClr val="bg1"/>
                </a:solidFill>
              </a:rPr>
              <a:t> </a:t>
            </a:r>
            <a:r>
              <a:rPr lang="pt-BR" sz="900" spc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maior </a:t>
            </a:r>
            <a:r>
              <a:rPr lang="pt-BR" sz="900" b="1" spc="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One</a:t>
            </a:r>
            <a:r>
              <a:rPr lang="pt-BR" sz="900" b="1" spc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-Stop-Tech </a:t>
            </a:r>
            <a:r>
              <a:rPr lang="pt-BR" sz="900" spc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brasileira </a:t>
            </a:r>
            <a:r>
              <a:rPr lang="pt-BR" sz="900" spc="225" dirty="0">
                <a:solidFill>
                  <a:schemeClr val="bg1"/>
                </a:solidFill>
              </a:rPr>
              <a:t>| www.</a:t>
            </a:r>
            <a:r>
              <a:rPr lang="pt-BR" sz="900" b="1" spc="225" dirty="0">
                <a:solidFill>
                  <a:schemeClr val="bg1"/>
                </a:solidFill>
              </a:rPr>
              <a:t>selbetti</a:t>
            </a:r>
            <a:r>
              <a:rPr lang="pt-BR" sz="900" spc="225" dirty="0">
                <a:solidFill>
                  <a:schemeClr val="bg1"/>
                </a:solidFill>
              </a:rPr>
              <a:t>.com.br </a:t>
            </a:r>
          </a:p>
        </p:txBody>
      </p:sp>
      <p:grpSp>
        <p:nvGrpSpPr>
          <p:cNvPr id="5" name="Gráfico 1">
            <a:extLst>
              <a:ext uri="{FF2B5EF4-FFF2-40B4-BE49-F238E27FC236}">
                <a16:creationId xmlns:a16="http://schemas.microsoft.com/office/drawing/2014/main" id="{5459F232-E79B-5FE6-A3AC-46331D42357D}"/>
              </a:ext>
            </a:extLst>
          </p:cNvPr>
          <p:cNvGrpSpPr/>
          <p:nvPr/>
        </p:nvGrpSpPr>
        <p:grpSpPr>
          <a:xfrm>
            <a:off x="485221" y="486023"/>
            <a:ext cx="163055" cy="75975"/>
            <a:chOff x="646961" y="648031"/>
            <a:chExt cx="217406" cy="101300"/>
          </a:xfrm>
        </p:grpSpPr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613B887C-A830-B731-D070-856B9770621E}"/>
                </a:ext>
              </a:extLst>
            </p:cNvPr>
            <p:cNvSpPr/>
            <p:nvPr/>
          </p:nvSpPr>
          <p:spPr>
            <a:xfrm>
              <a:off x="646961" y="663159"/>
              <a:ext cx="86172" cy="86172"/>
            </a:xfrm>
            <a:custGeom>
              <a:avLst/>
              <a:gdLst>
                <a:gd name="connsiteX0" fmla="*/ 0 w 86172"/>
                <a:gd name="connsiteY0" fmla="*/ 0 h 86172"/>
                <a:gd name="connsiteX1" fmla="*/ 86172 w 86172"/>
                <a:gd name="connsiteY1" fmla="*/ 0 h 86172"/>
                <a:gd name="connsiteX2" fmla="*/ 86172 w 86172"/>
                <a:gd name="connsiteY2" fmla="*/ 86172 h 86172"/>
                <a:gd name="connsiteX3" fmla="*/ 0 w 86172"/>
                <a:gd name="connsiteY3" fmla="*/ 86172 h 8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72" h="86172">
                  <a:moveTo>
                    <a:pt x="0" y="0"/>
                  </a:moveTo>
                  <a:lnTo>
                    <a:pt x="86172" y="0"/>
                  </a:lnTo>
                  <a:lnTo>
                    <a:pt x="86172" y="86172"/>
                  </a:lnTo>
                  <a:lnTo>
                    <a:pt x="0" y="86172"/>
                  </a:lnTo>
                  <a:close/>
                </a:path>
              </a:pathLst>
            </a:custGeom>
            <a:solidFill>
              <a:srgbClr val="00754A"/>
            </a:solidFill>
            <a:ln w="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35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C865F4F1-3A97-A91F-47EF-86DD6DBA4E82}"/>
                </a:ext>
              </a:extLst>
            </p:cNvPr>
            <p:cNvSpPr/>
            <p:nvPr/>
          </p:nvSpPr>
          <p:spPr>
            <a:xfrm>
              <a:off x="766793" y="648031"/>
              <a:ext cx="97574" cy="97571"/>
            </a:xfrm>
            <a:custGeom>
              <a:avLst/>
              <a:gdLst>
                <a:gd name="connsiteX0" fmla="*/ 48786 w 97574"/>
                <a:gd name="connsiteY0" fmla="*/ 0 h 97571"/>
                <a:gd name="connsiteX1" fmla="*/ 0 w 97574"/>
                <a:gd name="connsiteY1" fmla="*/ 48786 h 97571"/>
                <a:gd name="connsiteX2" fmla="*/ 48786 w 97574"/>
                <a:gd name="connsiteY2" fmla="*/ 97571 h 97571"/>
                <a:gd name="connsiteX3" fmla="*/ 97575 w 97574"/>
                <a:gd name="connsiteY3" fmla="*/ 48786 h 97571"/>
                <a:gd name="connsiteX4" fmla="*/ 48786 w 97574"/>
                <a:gd name="connsiteY4" fmla="*/ 0 h 9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74" h="97571">
                  <a:moveTo>
                    <a:pt x="48786" y="0"/>
                  </a:moveTo>
                  <a:cubicBezTo>
                    <a:pt x="21956" y="0"/>
                    <a:pt x="0" y="21950"/>
                    <a:pt x="0" y="48786"/>
                  </a:cubicBezTo>
                  <a:cubicBezTo>
                    <a:pt x="0" y="75622"/>
                    <a:pt x="21956" y="97571"/>
                    <a:pt x="48786" y="97571"/>
                  </a:cubicBezTo>
                  <a:cubicBezTo>
                    <a:pt x="75615" y="97571"/>
                    <a:pt x="97575" y="75615"/>
                    <a:pt x="97575" y="48786"/>
                  </a:cubicBezTo>
                  <a:cubicBezTo>
                    <a:pt x="97575" y="21956"/>
                    <a:pt x="75622" y="0"/>
                    <a:pt x="48786" y="0"/>
                  </a:cubicBezTo>
                  <a:close/>
                </a:path>
              </a:pathLst>
            </a:custGeom>
            <a:solidFill>
              <a:schemeClr val="bg1"/>
            </a:solidFill>
            <a:ln w="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350"/>
            </a:p>
          </p:txBody>
        </p:sp>
      </p:grpSp>
    </p:spTree>
    <p:extLst>
      <p:ext uri="{BB962C8B-B14F-4D97-AF65-F5344CB8AC3E}">
        <p14:creationId xmlns:p14="http://schemas.microsoft.com/office/powerpoint/2010/main" val="325326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o Slide Núme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80EFCBB-E3E8-A84B-E754-082C0E8050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0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Plan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8BB3561-E11D-F914-A22C-A056D71BD8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D609E64-048F-D1EC-BC02-39AED3BE4D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926" b="994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4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Planeta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água, pequeno, mesa, luz&#10;&#10;O conteúdo gerado por IA pode estar incorreto.">
            <a:extLst>
              <a:ext uri="{FF2B5EF4-FFF2-40B4-BE49-F238E27FC236}">
                <a16:creationId xmlns:a16="http://schemas.microsoft.com/office/drawing/2014/main" id="{4F71B9E8-90E9-6706-4F3C-B9EE45B4FD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44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Astronau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99AA4A0-C543-12ED-5E58-30D804FB58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28" t="3806" r="2500" b="3806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887467"/>
            <a:ext cx="9143999" cy="2560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812035"/>
            <a:ext cx="9143999" cy="7818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7291" y="1188846"/>
            <a:ext cx="6249416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177540" cy="5143500"/>
          </a:xfrm>
          <a:custGeom>
            <a:avLst/>
            <a:gdLst/>
            <a:ahLst/>
            <a:cxnLst/>
            <a:rect l="l" t="t" r="r" b="b"/>
            <a:pathLst>
              <a:path w="3177540" h="5143500">
                <a:moveTo>
                  <a:pt x="3177540" y="0"/>
                </a:moveTo>
                <a:lnTo>
                  <a:pt x="0" y="0"/>
                </a:lnTo>
                <a:lnTo>
                  <a:pt x="0" y="5143500"/>
                </a:lnTo>
                <a:lnTo>
                  <a:pt x="3177540" y="5143500"/>
                </a:lnTo>
                <a:lnTo>
                  <a:pt x="3177540" y="0"/>
                </a:lnTo>
                <a:close/>
              </a:path>
            </a:pathLst>
          </a:custGeom>
          <a:solidFill>
            <a:srgbClr val="121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613145"/>
            <a:ext cx="9143999" cy="53035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3999" cy="51434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247477"/>
            <a:ext cx="6858000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0E51C7C-CEA3-4CAA-BE4B-344879E7C377}" type="datetimeFigureOut">
              <a:rPr lang="de-DE" smtClean="0"/>
              <a:t>21.10.26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262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F2EFF6C6-D0CE-7184-3F8B-CC26DE2AC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022" y="404362"/>
            <a:ext cx="292946" cy="1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8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57550" y="103378"/>
            <a:ext cx="3574415" cy="314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0115" y="992888"/>
            <a:ext cx="7303769" cy="3197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or do sol no céu&#10;&#10;O conteúdo gerado por IA pode estar incorreto.">
            <a:extLst>
              <a:ext uri="{FF2B5EF4-FFF2-40B4-BE49-F238E27FC236}">
                <a16:creationId xmlns:a16="http://schemas.microsoft.com/office/drawing/2014/main" id="{7957CC44-8FCE-2D88-7E80-42C86E3709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21"/>
            <a:ext cx="9144000" cy="5124659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594D9EA9-048A-94C7-25AD-3FAD2D8C0101}"/>
              </a:ext>
            </a:extLst>
          </p:cNvPr>
          <p:cNvGrpSpPr/>
          <p:nvPr/>
        </p:nvGrpSpPr>
        <p:grpSpPr>
          <a:xfrm>
            <a:off x="-8018" y="-6850"/>
            <a:ext cx="9160036" cy="5157199"/>
            <a:chOff x="-8018" y="-6850"/>
            <a:chExt cx="9160036" cy="5157199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F99C4937-4CA6-1681-AD12-714171C7B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18" y="9420"/>
              <a:ext cx="9144000" cy="5140929"/>
            </a:xfrm>
            <a:prstGeom prst="rect">
              <a:avLst/>
            </a:prstGeom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FE16062-CD33-26EF-7852-EEB052C99ADF}"/>
                </a:ext>
              </a:extLst>
            </p:cNvPr>
            <p:cNvSpPr/>
            <p:nvPr/>
          </p:nvSpPr>
          <p:spPr>
            <a:xfrm>
              <a:off x="-8018" y="-6850"/>
              <a:ext cx="9144000" cy="2571750"/>
            </a:xfrm>
            <a:prstGeom prst="rect">
              <a:avLst/>
            </a:prstGeom>
            <a:gradFill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EC5D82E-1708-EF82-42BA-A36BC86768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83" r="7926" b="18018"/>
            <a:stretch>
              <a:fillRect/>
            </a:stretch>
          </p:blipFill>
          <p:spPr bwMode="auto">
            <a:xfrm>
              <a:off x="3292307" y="9420"/>
              <a:ext cx="5859711" cy="51246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0CEFC08-205B-8686-D12E-6140C30AE475}"/>
              </a:ext>
            </a:extLst>
          </p:cNvPr>
          <p:cNvGrpSpPr/>
          <p:nvPr/>
        </p:nvGrpSpPr>
        <p:grpSpPr>
          <a:xfrm>
            <a:off x="827709" y="561561"/>
            <a:ext cx="4572000" cy="4029980"/>
            <a:chOff x="1762125" y="1944643"/>
            <a:chExt cx="6096000" cy="5373305"/>
          </a:xfrm>
        </p:grpSpPr>
        <p:pic>
          <p:nvPicPr>
            <p:cNvPr id="4" name="Imagem 3" descr="Logotipo&#10;&#10;O conteúdo gerado por IA pode estar incorreto.">
              <a:extLst>
                <a:ext uri="{FF2B5EF4-FFF2-40B4-BE49-F238E27FC236}">
                  <a16:creationId xmlns:a16="http://schemas.microsoft.com/office/drawing/2014/main" id="{73C2A960-B545-941C-B3A2-AF1C0BFA7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55203" y="1944643"/>
              <a:ext cx="1831273" cy="50380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841ECC1-4CCD-DADF-FC1F-E457228A3CB7}"/>
                </a:ext>
              </a:extLst>
            </p:cNvPr>
            <p:cNvSpPr txBox="1"/>
            <p:nvPr/>
          </p:nvSpPr>
          <p:spPr>
            <a:xfrm>
              <a:off x="1762125" y="2561092"/>
              <a:ext cx="6096000" cy="475685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ts val="4838"/>
                </a:lnSpc>
              </a:pPr>
              <a:r>
                <a:rPr lang="pt-BR" sz="4400" dirty="0">
                  <a:solidFill>
                    <a:srgbClr val="E6F2ED"/>
                  </a:solidFill>
                  <a:latin typeface="Segoe UI Black"/>
                  <a:ea typeface="Segoe UI"/>
                  <a:cs typeface="Segoe UI"/>
                </a:rPr>
                <a:t>{{CAPA_TITULO}}</a:t>
              </a:r>
            </a:p>
            <a:p>
              <a:pPr>
                <a:lnSpc>
                  <a:spcPts val="4838"/>
                </a:lnSpc>
              </a:pPr>
              <a:r>
                <a:rPr lang="pt-BR" sz="4400" dirty="0">
                  <a:solidFill>
                    <a:srgbClr val="E6F2ED"/>
                  </a:solidFill>
                  <a:latin typeface="Segoe UI Black"/>
                  <a:cs typeface="Segoe UI"/>
                </a:rPr>
                <a:t>{{CAPA_SUBTITULO}}</a:t>
              </a:r>
              <a:endParaRPr lang="pt-BR" dirty="0">
                <a:solidFill>
                  <a:srgbClr val="E6F2ED"/>
                </a:solidFill>
              </a:endParaRPr>
            </a:p>
            <a:p>
              <a:pPr>
                <a:lnSpc>
                  <a:spcPts val="4838"/>
                </a:lnSpc>
              </a:pPr>
              <a:r>
                <a:rPr lang="pt-BR" sz="5400" dirty="0">
                  <a:solidFill>
                    <a:srgbClr val="E6F2ED"/>
                  </a:solidFill>
                  <a:latin typeface="Segoe UI Black"/>
                  <a:ea typeface="Segoe UI"/>
                  <a:cs typeface="Segoe UI"/>
                </a:rPr>
                <a:t> </a:t>
              </a:r>
              <a:r>
                <a:rPr sz="5400" dirty="0">
                  <a:solidFill>
                    <a:srgbClr val="E6F2ED"/>
                  </a:solidFill>
                  <a:latin typeface="Segoe UI Black"/>
                  <a:ea typeface="Segoe UI Black"/>
                  <a:cs typeface="Segoe UI Black"/>
                </a:rPr>
                <a:t> </a:t>
              </a:r>
            </a:p>
            <a:p>
              <a:pPr>
                <a:lnSpc>
                  <a:spcPts val="5221"/>
                </a:lnSpc>
              </a:pPr>
              <a:endParaRPr sz="5400" dirty="0">
                <a:solidFill>
                  <a:srgbClr val="E6F2ED"/>
                </a:solidFill>
                <a:latin typeface="Segoe UI Black"/>
                <a:ea typeface="Segoe UI Black"/>
                <a:cs typeface="Segoe UI Black"/>
              </a:endParaRPr>
            </a:p>
            <a:p>
              <a:pPr algn="ctr"/>
              <a:endParaRPr lang="pt-BR" sz="2400" dirty="0">
                <a:solidFill>
                  <a:srgbClr val="E6F2ED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00673C-D1A3-8A21-AFEF-503B564EC6E6}"/>
              </a:ext>
            </a:extLst>
          </p:cNvPr>
          <p:cNvSpPr txBox="1"/>
          <p:nvPr/>
        </p:nvSpPr>
        <p:spPr>
          <a:xfrm>
            <a:off x="838199" y="3076161"/>
            <a:ext cx="7026107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Segoe UI"/>
                <a:cs typeface="Segoe UI"/>
              </a:rPr>
              <a:t>{{DATA_EXTENSO}}</a:t>
            </a:r>
            <a:endParaRPr lang="pt-BR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pt-BR" sz="1200" b="1" dirty="0">
                <a:solidFill>
                  <a:schemeClr val="bg1"/>
                </a:solidFill>
                <a:latin typeface="Segoe UI"/>
                <a:cs typeface="Segoe UI"/>
              </a:rPr>
              <a:t>{{CAPA_ROTULO_CLIENTE}} {{CLIENTE}}</a:t>
            </a:r>
            <a:endParaRPr lang="pt-BR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pt-BR" sz="1200" i="1" dirty="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rPr>
              <a:t>{{CAPA_ROTULO_POR}} {{ESPECIALISTA}}</a:t>
            </a:r>
          </a:p>
          <a:p>
            <a:r>
              <a:rPr lang="pt-BR" sz="1200" i="1" dirty="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rPr>
              <a:t>{{ESPECIALISTA_CARGO}}</a:t>
            </a:r>
            <a:endParaRPr lang="en-US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endParaRPr lang="pt-BR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58D35DB-0FA4-6DB5-FD5E-C600D1408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98" y="-7706"/>
            <a:ext cx="9157698" cy="51512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87687A8-623F-96E9-6157-B0AA3ACB9C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-13698" y="-7706"/>
            <a:ext cx="9157698" cy="515120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BDB7AB8-30D4-0FE6-531B-8BC0E669C465}"/>
              </a:ext>
            </a:extLst>
          </p:cNvPr>
          <p:cNvSpPr txBox="1"/>
          <p:nvPr/>
        </p:nvSpPr>
        <p:spPr>
          <a:xfrm>
            <a:off x="908139" y="66359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7392F"/>
                </a:solidFill>
                <a:latin typeface="Segoe UI Black" panose="020B0A02040204020203" pitchFamily="34" charset="0"/>
              </a:rPr>
              <a:t>{{INST_TITULO}}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AC6CE0-C77B-59F8-48FC-2BE66F73E68A}"/>
              </a:ext>
            </a:extLst>
          </p:cNvPr>
          <p:cNvSpPr txBox="1"/>
          <p:nvPr/>
        </p:nvSpPr>
        <p:spPr>
          <a:xfrm>
            <a:off x="908140" y="1508771"/>
            <a:ext cx="3177785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pt-BR" sz="1050" b="1" dirty="0">
                <a:solidFill>
                  <a:srgbClr val="17392F"/>
                </a:solidFill>
                <a:latin typeface="Segoe UI" panose="020B0502040204020203" pitchFamily="34" charset="0"/>
              </a:rPr>
              <a:t>{{INST_TEXTO}}</a:t>
            </a:r>
          </a:p>
          <a:p>
            <a:pPr algn="l" rtl="0" fontAlgn="base">
              <a:buNone/>
            </a:pPr>
            <a:endParaRPr lang="pt-BR" sz="900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7E5426-89DF-0CCB-DFE6-DD7C5BFFDB51}"/>
              </a:ext>
            </a:extLst>
          </p:cNvPr>
          <p:cNvSpPr txBox="1"/>
          <p:nvPr/>
        </p:nvSpPr>
        <p:spPr>
          <a:xfrm>
            <a:off x="2199459" y="3300356"/>
            <a:ext cx="1099981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350" dirty="0"/>
          </a:p>
          <a:p>
            <a:r>
              <a:rPr lang="pt-BR" sz="3600" b="1" dirty="0">
                <a:solidFill>
                  <a:srgbClr val="1739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{{INST_NUM1}}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00B5604-7C70-ECF1-5B39-356BD5547394}"/>
              </a:ext>
            </a:extLst>
          </p:cNvPr>
          <p:cNvSpPr txBox="1"/>
          <p:nvPr/>
        </p:nvSpPr>
        <p:spPr>
          <a:xfrm>
            <a:off x="3435383" y="3300356"/>
            <a:ext cx="997709" cy="830997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endParaRPr lang="pt-BR" sz="1350" dirty="0"/>
          </a:p>
          <a:p>
            <a:r>
              <a:rPr lang="pt-BR" sz="3600" b="1">
                <a:solidFill>
                  <a:srgbClr val="17392F"/>
                </a:solidFill>
                <a:latin typeface="Segoe UI"/>
                <a:cs typeface="Segoe UI"/>
              </a:rPr>
              <a:t>{{INST_NUM2}}</a:t>
            </a:r>
            <a:endParaRPr lang="pt-BR" sz="3600" b="1" dirty="0">
              <a:solidFill>
                <a:srgbClr val="1739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993D5B2-58D2-C8CB-83BD-77B39B4F3ED6}"/>
              </a:ext>
            </a:extLst>
          </p:cNvPr>
          <p:cNvSpPr txBox="1"/>
          <p:nvPr/>
        </p:nvSpPr>
        <p:spPr>
          <a:xfrm>
            <a:off x="4682948" y="3300356"/>
            <a:ext cx="716863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350" dirty="0"/>
          </a:p>
          <a:p>
            <a:r>
              <a:rPr lang="pt-BR" sz="3600" b="1" dirty="0">
                <a:solidFill>
                  <a:srgbClr val="1739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{{INST_NUM3}}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A061032-4E3B-FB90-AC98-050934235A85}"/>
              </a:ext>
            </a:extLst>
          </p:cNvPr>
          <p:cNvCxnSpPr>
            <a:cxnSpLocks/>
          </p:cNvCxnSpPr>
          <p:nvPr/>
        </p:nvCxnSpPr>
        <p:spPr>
          <a:xfrm>
            <a:off x="2067009" y="3577916"/>
            <a:ext cx="0" cy="8154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B0EDF19-EED7-A41E-4E0B-8248C5DA927B}"/>
              </a:ext>
            </a:extLst>
          </p:cNvPr>
          <p:cNvCxnSpPr>
            <a:cxnSpLocks/>
          </p:cNvCxnSpPr>
          <p:nvPr/>
        </p:nvCxnSpPr>
        <p:spPr>
          <a:xfrm>
            <a:off x="3378178" y="3577916"/>
            <a:ext cx="0" cy="8154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7B61C77-0C92-D98E-3796-3FA1FD5011BC}"/>
              </a:ext>
            </a:extLst>
          </p:cNvPr>
          <p:cNvCxnSpPr>
            <a:cxnSpLocks/>
          </p:cNvCxnSpPr>
          <p:nvPr/>
        </p:nvCxnSpPr>
        <p:spPr>
          <a:xfrm>
            <a:off x="4601148" y="3582620"/>
            <a:ext cx="0" cy="8107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8A71510-5E01-BE34-1DD0-05A3F448F4DE}"/>
              </a:ext>
            </a:extLst>
          </p:cNvPr>
          <p:cNvSpPr txBox="1"/>
          <p:nvPr/>
        </p:nvSpPr>
        <p:spPr>
          <a:xfrm>
            <a:off x="2115356" y="4070216"/>
            <a:ext cx="1174623" cy="19620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pt-BR" sz="825" dirty="0">
                <a:solidFill>
                  <a:schemeClr val="bg1">
                    <a:lumMod val="49000"/>
                  </a:schemeClr>
                </a:solidFill>
                <a:latin typeface="Segoe UI"/>
                <a:cs typeface="Segoe UI"/>
              </a:rPr>
              <a:t>{{INST_ROT1}}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3744607-7863-AD69-AB5C-52A4C8E9D99C}"/>
              </a:ext>
            </a:extLst>
          </p:cNvPr>
          <p:cNvSpPr txBox="1"/>
          <p:nvPr/>
        </p:nvSpPr>
        <p:spPr>
          <a:xfrm>
            <a:off x="3410378" y="4077192"/>
            <a:ext cx="1174623" cy="32316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pt-BR" sz="825" dirty="0">
                <a:solidFill>
                  <a:schemeClr val="bg1">
                    <a:lumMod val="49000"/>
                  </a:schemeClr>
                </a:solidFill>
                <a:latin typeface="Segoe UI"/>
                <a:cs typeface="Segoe UI"/>
              </a:rPr>
              <a:t>{{INST_ROT2}}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2DA458C-2DB2-8CEE-7F4A-6440681B22CA}"/>
              </a:ext>
            </a:extLst>
          </p:cNvPr>
          <p:cNvSpPr txBox="1"/>
          <p:nvPr/>
        </p:nvSpPr>
        <p:spPr>
          <a:xfrm>
            <a:off x="4477076" y="4077192"/>
            <a:ext cx="1174623" cy="32316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pt-BR" sz="825" dirty="0">
                <a:solidFill>
                  <a:schemeClr val="bg1">
                    <a:lumMod val="49000"/>
                  </a:schemeClr>
                </a:solidFill>
                <a:latin typeface="Segoe UI"/>
                <a:cs typeface="Segoe UI"/>
              </a:rPr>
              <a:t>{{INST_ROT3}}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7DFF5B1-419F-BA58-58A3-BFDC1D770B05}"/>
              </a:ext>
            </a:extLst>
          </p:cNvPr>
          <p:cNvGrpSpPr/>
          <p:nvPr/>
        </p:nvGrpSpPr>
        <p:grpSpPr>
          <a:xfrm>
            <a:off x="976313" y="3400571"/>
            <a:ext cx="996029" cy="1018316"/>
            <a:chOff x="6136653" y="4355302"/>
            <a:chExt cx="1566164" cy="1500438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260E63C8-A63B-31BF-9A03-1F04E874082D}"/>
                </a:ext>
              </a:extLst>
            </p:cNvPr>
            <p:cNvSpPr txBox="1"/>
            <p:nvPr/>
          </p:nvSpPr>
          <p:spPr>
            <a:xfrm>
              <a:off x="6342590" y="4355302"/>
              <a:ext cx="1155432" cy="1258444"/>
            </a:xfrm>
            <a:prstGeom prst="rect">
              <a:avLst/>
            </a:prstGeom>
            <a:noFill/>
          </p:spPr>
          <p:txBody>
            <a:bodyPr wrap="none" lIns="68580" tIns="34290" rIns="68580" bIns="34290" rtlCol="0" anchor="t">
              <a:spAutoFit/>
            </a:bodyPr>
            <a:lstStyle/>
            <a:p>
              <a:endParaRPr lang="pt-BR" sz="1050" dirty="0"/>
            </a:p>
            <a:p>
              <a:r>
                <a:rPr lang="pt-BR" sz="4050" b="1">
                  <a:solidFill>
                    <a:srgbClr val="17392F"/>
                  </a:solidFill>
                  <a:latin typeface="Segoe UI"/>
                  <a:ea typeface="+mn-lt"/>
                  <a:cs typeface="Segoe UI"/>
                </a:rPr>
                <a:t>{{INST_NUM4}}</a:t>
              </a:r>
              <a:endParaRPr lang="pt-BR" sz="4050" b="1">
                <a:solidFill>
                  <a:srgbClr val="17392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906CF5D6-DA59-589A-D877-8889D4C9F5D4}"/>
                </a:ext>
              </a:extLst>
            </p:cNvPr>
            <p:cNvSpPr txBox="1"/>
            <p:nvPr/>
          </p:nvSpPr>
          <p:spPr>
            <a:xfrm>
              <a:off x="6136653" y="5413584"/>
              <a:ext cx="1566164" cy="442156"/>
            </a:xfrm>
            <a:prstGeom prst="rect">
              <a:avLst/>
            </a:prstGeom>
            <a:noFill/>
          </p:spPr>
          <p:txBody>
            <a:bodyPr wrap="square" lIns="68580" tIns="34290" rIns="68580" bIns="34290" anchor="t">
              <a:spAutoFit/>
            </a:bodyPr>
            <a:lstStyle/>
            <a:p>
              <a:pPr algn="ctr"/>
              <a:r>
                <a:rPr lang="pt-BR" sz="750" dirty="0">
                  <a:solidFill>
                    <a:schemeClr val="bg1">
                      <a:lumMod val="49000"/>
                    </a:schemeClr>
                  </a:solidFill>
                  <a:latin typeface="Segoe UI"/>
                  <a:cs typeface="Segoe UI"/>
                </a:rPr>
                <a:t>{{INST_ROT4}}</a:t>
              </a:r>
            </a:p>
          </p:txBody>
        </p: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5D65927D-D629-D58F-3B20-0504F1377215}"/>
                </a:ext>
              </a:extLst>
            </p:cNvPr>
            <p:cNvSpPr txBox="1"/>
            <p:nvPr/>
          </p:nvSpPr>
          <p:spPr>
            <a:xfrm>
              <a:off x="6136653" y="4527516"/>
              <a:ext cx="1566164" cy="272096"/>
            </a:xfrm>
            <a:prstGeom prst="rect">
              <a:avLst/>
            </a:prstGeom>
            <a:noFill/>
          </p:spPr>
          <p:txBody>
            <a:bodyPr wrap="square" lIns="68580" tIns="34290" rIns="68580" bIns="34290" anchor="t">
              <a:spAutoFit/>
            </a:bodyPr>
            <a:lstStyle/>
            <a:p>
              <a:pPr algn="ctr"/>
              <a:r>
                <a:rPr lang="pt-BR" sz="750" b="1">
                  <a:solidFill>
                    <a:srgbClr val="17392F"/>
                  </a:solidFill>
                  <a:latin typeface="Segoe UI"/>
                  <a:cs typeface="Segoe UI"/>
                </a:rPr>
                <a:t>{{INST_PREFIXO4}}</a:t>
              </a:r>
              <a:endParaRPr lang="pt-BR" sz="1350" b="1"/>
            </a:p>
          </p:txBody>
        </p:sp>
      </p:grpSp>
    </p:spTree>
    <p:extLst>
      <p:ext uri="{BB962C8B-B14F-4D97-AF65-F5344CB8AC3E}">
        <p14:creationId xmlns:p14="http://schemas.microsoft.com/office/powerpoint/2010/main" val="356512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Imagem 1024">
            <a:extLst>
              <a:ext uri="{FF2B5EF4-FFF2-40B4-BE49-F238E27FC236}">
                <a16:creationId xmlns:a16="http://schemas.microsoft.com/office/drawing/2014/main" id="{AF8B71D8-FAD1-F9BD-8D10-A1D49674779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-51798" y="0"/>
            <a:ext cx="9157698" cy="51512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2499" y="742950"/>
            <a:ext cx="444290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defRPr/>
            </a:pPr>
            <a:r>
              <a:rPr lang="pt-BR" sz="1600" dirty="0">
                <a:solidFill>
                  <a:srgbClr val="17392F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{{INST_CHAMADA}}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2BF9978-40A7-4696-ADD8-50143F288506}"/>
              </a:ext>
            </a:extLst>
          </p:cNvPr>
          <p:cNvGrpSpPr/>
          <p:nvPr/>
        </p:nvGrpSpPr>
        <p:grpSpPr>
          <a:xfrm>
            <a:off x="1066800" y="1809750"/>
            <a:ext cx="6528901" cy="1935842"/>
            <a:chOff x="1119507" y="2680085"/>
            <a:chExt cx="9491514" cy="2814267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6973273-8C48-4181-2212-D63D8DABF6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9507" y="2680085"/>
              <a:ext cx="2259157" cy="744394"/>
            </a:xfrm>
            <a:prstGeom prst="rect">
              <a:avLst/>
            </a:prstGeom>
          </p:spPr>
        </p:pic>
        <p:pic>
          <p:nvPicPr>
            <p:cNvPr id="5" name="Imagem 4" descr="Ficheiro:Banco do Brasil logo.svg – Wikipédia, a enciclopédia livre">
              <a:extLst>
                <a:ext uri="{FF2B5EF4-FFF2-40B4-BE49-F238E27FC236}">
                  <a16:creationId xmlns:a16="http://schemas.microsoft.com/office/drawing/2014/main" id="{F19A65E0-854B-6731-DF74-0E0E8EC8B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7179" y="2856475"/>
              <a:ext cx="2504501" cy="428336"/>
            </a:xfrm>
            <a:prstGeom prst="rect">
              <a:avLst/>
            </a:prstGeom>
          </p:spPr>
        </p:pic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E412AD6C-9D55-F5B8-253E-EF8D89EA23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30322" y="2815379"/>
              <a:ext cx="2413001" cy="543077"/>
            </a:xfrm>
            <a:prstGeom prst="rect">
              <a:avLst/>
            </a:prstGeom>
          </p:spPr>
        </p:pic>
        <p:pic>
          <p:nvPicPr>
            <p:cNvPr id="23" name="Imagem 22" descr="Logotipo&#10;&#10;O conteúdo gerado por IA pode estar incorreto.">
              <a:extLst>
                <a:ext uri="{FF2B5EF4-FFF2-40B4-BE49-F238E27FC236}">
                  <a16:creationId xmlns:a16="http://schemas.microsoft.com/office/drawing/2014/main" id="{97243ED8-F46C-C834-3803-96738D204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965" y="2747877"/>
              <a:ext cx="1676976" cy="607003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29E69951-AA5C-8A21-A53D-AB015043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14331" y="3754466"/>
              <a:ext cx="1987550" cy="598055"/>
            </a:xfrm>
            <a:prstGeom prst="rect">
              <a:avLst/>
            </a:prstGeom>
          </p:spPr>
        </p:pic>
        <p:pic>
          <p:nvPicPr>
            <p:cNvPr id="25" name="Imagem 24" descr="Logotipo&#10;&#10;O conteúdo gerado por IA pode estar incorreto.">
              <a:extLst>
                <a:ext uri="{FF2B5EF4-FFF2-40B4-BE49-F238E27FC236}">
                  <a16:creationId xmlns:a16="http://schemas.microsoft.com/office/drawing/2014/main" id="{37CBC706-A107-07B0-D07F-E80903319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074" r="-368" b="11297"/>
            <a:stretch/>
          </p:blipFill>
          <p:spPr>
            <a:xfrm>
              <a:off x="4884245" y="4416919"/>
              <a:ext cx="2003944" cy="1061456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0EA12C2F-D708-2456-CD52-4A930467B7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521005" y="3774817"/>
              <a:ext cx="1936174" cy="439017"/>
            </a:xfrm>
            <a:prstGeom prst="rect">
              <a:avLst/>
            </a:prstGeom>
          </p:spPr>
        </p:pic>
        <p:pic>
          <p:nvPicPr>
            <p:cNvPr id="27" name="Gráfico 26">
              <a:extLst>
                <a:ext uri="{FF2B5EF4-FFF2-40B4-BE49-F238E27FC236}">
                  <a16:creationId xmlns:a16="http://schemas.microsoft.com/office/drawing/2014/main" id="{5B1198C4-2380-516E-39A4-FB1AC030A2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035592" y="4947647"/>
              <a:ext cx="1202459" cy="482889"/>
            </a:xfrm>
            <a:prstGeom prst="rect">
              <a:avLst/>
            </a:prstGeom>
          </p:spPr>
        </p:pic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EABB7B8B-D3D9-02F5-A8BA-702A0CFD33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78286" y="3813243"/>
              <a:ext cx="2132735" cy="471344"/>
            </a:xfrm>
            <a:prstGeom prst="rect">
              <a:avLst/>
            </a:prstGeom>
          </p:spPr>
        </p:pic>
        <p:pic>
          <p:nvPicPr>
            <p:cNvPr id="29" name="Imagem 28" descr="Safilo toma outro passo para a sustentabilidade ambiental - Abióptica">
              <a:extLst>
                <a:ext uri="{FF2B5EF4-FFF2-40B4-BE49-F238E27FC236}">
                  <a16:creationId xmlns:a16="http://schemas.microsoft.com/office/drawing/2014/main" id="{56DCA126-BCB6-5D95-AEA1-85C097E45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04442" y="4883829"/>
              <a:ext cx="1507523" cy="610523"/>
            </a:xfrm>
            <a:prstGeom prst="rect">
              <a:avLst/>
            </a:prstGeom>
          </p:spPr>
        </p:pic>
        <p:pic>
          <p:nvPicPr>
            <p:cNvPr id="30" name="Imagem 29" descr="Ficheiro:O-boticario-logo-0-599x599.png – Wikipédia, a enciclopédia livre">
              <a:extLst>
                <a:ext uri="{FF2B5EF4-FFF2-40B4-BE49-F238E27FC236}">
                  <a16:creationId xmlns:a16="http://schemas.microsoft.com/office/drawing/2014/main" id="{AD076B7B-AA67-64A6-65A9-A7D6DE0AD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865" t="42481" r="10112" b="39850"/>
            <a:stretch/>
          </p:blipFill>
          <p:spPr>
            <a:xfrm>
              <a:off x="5959033" y="3848637"/>
              <a:ext cx="2250054" cy="48470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348986EB-3E7C-26ED-6404-F68CAC356A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128" y="300038"/>
            <a:ext cx="748807" cy="20886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E293F57D-9FAF-5CC4-8ACB-54D78DF09DC6}"/>
              </a:ext>
            </a:extLst>
          </p:cNvPr>
          <p:cNvSpPr txBox="1"/>
          <p:nvPr/>
        </p:nvSpPr>
        <p:spPr>
          <a:xfrm>
            <a:off x="1219200" y="1428750"/>
            <a:ext cx="647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sz="1800" dirty="0">
                <a:solidFill>
                  <a:srgbClr val="17392F"/>
                </a:solidFill>
              </a:rPr>
              <a:t>{{INST_CICLO}}</a:t>
            </a:r>
            <a:endParaRPr lang="pt-BR" sz="1800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91B8123-BC12-6DFD-411F-80A76B4ED146}"/>
              </a:ext>
            </a:extLst>
          </p:cNvPr>
          <p:cNvGrpSpPr/>
          <p:nvPr/>
        </p:nvGrpSpPr>
        <p:grpSpPr>
          <a:xfrm flipH="1">
            <a:off x="223665" y="2952750"/>
            <a:ext cx="8087069" cy="1344718"/>
            <a:chOff x="704620" y="1626374"/>
            <a:chExt cx="10782759" cy="1792957"/>
          </a:xfrm>
        </p:grpSpPr>
        <p:sp>
          <p:nvSpPr>
            <p:cNvPr id="24" name="Retângulo Arredondado 39">
              <a:extLst>
                <a:ext uri="{FF2B5EF4-FFF2-40B4-BE49-F238E27FC236}">
                  <a16:creationId xmlns:a16="http://schemas.microsoft.com/office/drawing/2014/main" id="{691BB293-EE27-AFEA-5A9D-A7BF5992FAAD}"/>
                </a:ext>
              </a:extLst>
            </p:cNvPr>
            <p:cNvSpPr/>
            <p:nvPr/>
          </p:nvSpPr>
          <p:spPr>
            <a:xfrm flipH="1">
              <a:off x="704620" y="1626374"/>
              <a:ext cx="10782759" cy="10912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95000">
                  <a:srgbClr val="EF894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pt-BR" sz="100">
                  <a:solidFill>
                    <a:prstClr val="white"/>
                  </a:solidFill>
                  <a:latin typeface="Aptos" panose="02110004020202020204"/>
                </a:rPr>
                <a:t>1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ED710DE-3382-D8C0-D6BA-E20B500AFB03}"/>
                </a:ext>
              </a:extLst>
            </p:cNvPr>
            <p:cNvSpPr txBox="1"/>
            <p:nvPr/>
          </p:nvSpPr>
          <p:spPr>
            <a:xfrm>
              <a:off x="1062039" y="1726561"/>
              <a:ext cx="7472362" cy="1692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pt-BR" sz="1200" dirty="0">
                  <a:solidFill>
                    <a:srgbClr val="17392F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{{INST_CICLO2}}</a:t>
              </a:r>
            </a:p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E1B112-0C31-B3D3-0049-DE6796922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BA880CB0-836F-F981-110D-B34C261E5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9C7F7EC2-07A4-10DD-EF91-D748E2FCD9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300038"/>
            <a:ext cx="748807" cy="208860"/>
          </a:xfrm>
          <a:prstGeom prst="rect">
            <a:avLst/>
          </a:prstGeom>
        </p:spPr>
      </p:pic>
      <p:sp>
        <p:nvSpPr>
          <p:cNvPr id="8" name="CaixaDeTexto 4">
            <a:extLst>
              <a:ext uri="{FF2B5EF4-FFF2-40B4-BE49-F238E27FC236}">
                <a16:creationId xmlns:a16="http://schemas.microsoft.com/office/drawing/2014/main" id="{65EEB4F7-BBCE-8D4D-83F0-C3E5BD34F34D}"/>
              </a:ext>
            </a:extLst>
          </p:cNvPr>
          <p:cNvSpPr txBox="1"/>
          <p:nvPr/>
        </p:nvSpPr>
        <p:spPr>
          <a:xfrm>
            <a:off x="1143000" y="1809750"/>
            <a:ext cx="5454377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>
                <a:solidFill>
                  <a:srgbClr val="00764B"/>
                </a:solidFill>
                <a:latin typeface="Segoe UI Black"/>
                <a:ea typeface="Segoe UI Black"/>
                <a:cs typeface="Segoe UI"/>
              </a:rPr>
              <a:t>{{ROTULO_OBJETIVO}}</a:t>
            </a:r>
            <a:endParaRPr lang="pt-BR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594073-30B7-911E-0D20-77EBA91B6B77}"/>
              </a:ext>
            </a:extLst>
          </p:cNvPr>
          <p:cNvSpPr txBox="1"/>
          <p:nvPr/>
        </p:nvSpPr>
        <p:spPr>
          <a:xfrm>
            <a:off x="1143000" y="2522517"/>
            <a:ext cx="4651022" cy="89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spc="30" dirty="0">
                <a:solidFill>
                  <a:srgbClr val="FFFFFF"/>
                </a:solidFill>
                <a:latin typeface="Segoe UI"/>
                <a:cs typeface="Segoe UI"/>
              </a:rPr>
              <a:t>{{OBJETIVO}}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869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22322-1663-4701-522E-AC330BAD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or do sol no céu&#10;&#10;O conteúdo gerado por IA pode estar incorreto.">
            <a:extLst>
              <a:ext uri="{FF2B5EF4-FFF2-40B4-BE49-F238E27FC236}">
                <a16:creationId xmlns:a16="http://schemas.microsoft.com/office/drawing/2014/main" id="{4ADAFDB3-5288-B0BB-3C60-CB8FC6B5DF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21"/>
            <a:ext cx="9144000" cy="5124659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A94C214C-F8DE-9027-96FB-93B205C17AB9}"/>
              </a:ext>
            </a:extLst>
          </p:cNvPr>
          <p:cNvGrpSpPr/>
          <p:nvPr/>
        </p:nvGrpSpPr>
        <p:grpSpPr>
          <a:xfrm>
            <a:off x="-8018" y="-6850"/>
            <a:ext cx="9160036" cy="5157199"/>
            <a:chOff x="-8018" y="-6850"/>
            <a:chExt cx="9160036" cy="5157199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413327B6-214F-7581-8B60-31E50C2EF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18" y="9420"/>
              <a:ext cx="9144000" cy="5140929"/>
            </a:xfrm>
            <a:prstGeom prst="rect">
              <a:avLst/>
            </a:prstGeom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0C5932F-685E-93EE-9F4C-CD17F7FB1D97}"/>
                </a:ext>
              </a:extLst>
            </p:cNvPr>
            <p:cNvSpPr/>
            <p:nvPr/>
          </p:nvSpPr>
          <p:spPr>
            <a:xfrm>
              <a:off x="-8018" y="-6850"/>
              <a:ext cx="9144000" cy="2571750"/>
            </a:xfrm>
            <a:prstGeom prst="rect">
              <a:avLst/>
            </a:prstGeom>
            <a:gradFill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CC47022-CBE7-4CCC-293D-918ED7DBE0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83" r="7926" b="18018"/>
            <a:stretch>
              <a:fillRect/>
            </a:stretch>
          </p:blipFill>
          <p:spPr bwMode="auto">
            <a:xfrm>
              <a:off x="3292307" y="9420"/>
              <a:ext cx="5859711" cy="51246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F2D0D9-9CA1-BE04-3E21-0C1AEC08E497}"/>
              </a:ext>
            </a:extLst>
          </p:cNvPr>
          <p:cNvSpPr txBox="1"/>
          <p:nvPr/>
        </p:nvSpPr>
        <p:spPr>
          <a:xfrm>
            <a:off x="1219200" y="1885950"/>
            <a:ext cx="4572000" cy="1227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838"/>
              </a:lnSpc>
            </a:pPr>
            <a:r>
              <a:rPr lang="pt-BR" sz="4400" dirty="0">
                <a:solidFill>
                  <a:srgbClr val="E6F2ED"/>
                </a:solidFill>
                <a:latin typeface="Segoe UI Black"/>
                <a:ea typeface="Segoe UI"/>
                <a:cs typeface="Segoe UI"/>
              </a:rPr>
              <a:t>{{ROTULO_ESCOPO}}</a:t>
            </a:r>
          </a:p>
          <a:p>
            <a:pPr>
              <a:lnSpc>
                <a:spcPts val="4838"/>
              </a:lnSpc>
            </a:pPr>
            <a:r>
              <a:rPr lang="pt-BR" sz="2800" dirty="0">
                <a:solidFill>
                  <a:srgbClr val="E6F2ED"/>
                </a:solidFill>
                <a:latin typeface="Segoe UI Black"/>
                <a:ea typeface="Segoe UI Black"/>
                <a:cs typeface="Segoe UI"/>
              </a:rPr>
              <a:t>{{OFERTA_SUBTITULO}}</a:t>
            </a:r>
            <a:endParaRPr sz="2800" dirty="0">
              <a:solidFill>
                <a:srgbClr val="E6F2ED"/>
              </a:solidFill>
              <a:latin typeface="Segoe UI Black"/>
              <a:ea typeface="Segoe UI Black"/>
              <a:cs typeface="Segoe UI Black"/>
            </a:endParaRPr>
          </a:p>
        </p:txBody>
      </p:sp>
    </p:spTree>
    <p:extLst>
      <p:ext uri="{BB962C8B-B14F-4D97-AF65-F5344CB8AC3E}">
        <p14:creationId xmlns:p14="http://schemas.microsoft.com/office/powerpoint/2010/main" val="369850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06D0-E727-FF0B-B77A-E55C1DCFD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77">
            <a:extLst>
              <a:ext uri="{FF2B5EF4-FFF2-40B4-BE49-F238E27FC236}">
                <a16:creationId xmlns:a16="http://schemas.microsoft.com/office/drawing/2014/main" id="{5DA90327-99DF-A2BD-3369-6B1FD22D764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0" y="-7706"/>
            <a:ext cx="9157698" cy="515120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F50407A-CAC6-AAA5-994D-46825E5FA4BB}"/>
              </a:ext>
            </a:extLst>
          </p:cNvPr>
          <p:cNvSpPr txBox="1"/>
          <p:nvPr/>
        </p:nvSpPr>
        <p:spPr>
          <a:xfrm>
            <a:off x="914400" y="81915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92F"/>
                </a:solidFill>
                <a:latin typeface="Segoe UI" panose="020B0502040204020203" pitchFamily="34" charset="0"/>
              </a:rPr>
              <a:t>{{PERFIL_TITULO}}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8A8CC3F4-4E21-CF9A-046F-88E90E92E543}"/>
              </a:ext>
            </a:extLst>
          </p:cNvPr>
          <p:cNvSpPr txBox="1"/>
          <p:nvPr/>
        </p:nvSpPr>
        <p:spPr>
          <a:xfrm>
            <a:off x="914400" y="1200150"/>
            <a:ext cx="7315200" cy="61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{{PERFIL_INTRO}}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{{ROTULO_FORMATO}} {{PERFIL_FORMATO}}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CE5F5B-DF0F-7E7B-CFB0-3A788B05DF0F}"/>
              </a:ext>
            </a:extLst>
          </p:cNvPr>
          <p:cNvSpPr txBox="1"/>
          <p:nvPr/>
        </p:nvSpPr>
        <p:spPr>
          <a:xfrm>
            <a:off x="4648200" y="2210705"/>
            <a:ext cx="4038600" cy="18381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{{PERFIL_ESCOPO_COL2}}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C964C65-9AB1-DC5E-0778-BC51A0AA6E24}"/>
              </a:ext>
            </a:extLst>
          </p:cNvPr>
          <p:cNvSpPr txBox="1"/>
          <p:nvPr/>
        </p:nvSpPr>
        <p:spPr>
          <a:xfrm>
            <a:off x="493889" y="2210705"/>
            <a:ext cx="4038600" cy="20921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{{PERFIL_ESCOPO_COL1}}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6F255F-DE3C-3CFA-5F68-98F24D375FFB}"/>
              </a:ext>
            </a:extLst>
          </p:cNvPr>
          <p:cNvSpPr txBox="1"/>
          <p:nvPr/>
        </p:nvSpPr>
        <p:spPr>
          <a:xfrm>
            <a:off x="493889" y="4462374"/>
            <a:ext cx="76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{{PERFIL_RESSALVA}}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AB17F0-7E00-A599-F530-4346B6247948}"/>
              </a:ext>
            </a:extLst>
          </p:cNvPr>
          <p:cNvSpPr txBox="1"/>
          <p:nvPr/>
        </p:nvSpPr>
        <p:spPr>
          <a:xfrm>
            <a:off x="493889" y="1809750"/>
            <a:ext cx="1106311" cy="33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Escopo</a:t>
            </a:r>
          </a:p>
        </p:txBody>
      </p:sp>
    </p:spTree>
    <p:extLst>
      <p:ext uri="{BB962C8B-B14F-4D97-AF65-F5344CB8AC3E}">
        <p14:creationId xmlns:p14="http://schemas.microsoft.com/office/powerpoint/2010/main" val="66458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66B4-A5EF-662F-33DE-E4FE976F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77">
            <a:extLst>
              <a:ext uri="{FF2B5EF4-FFF2-40B4-BE49-F238E27FC236}">
                <a16:creationId xmlns:a16="http://schemas.microsoft.com/office/drawing/2014/main" id="{663F6C71-7EB4-CBE1-2685-B39E06F5E80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0" y="-7706"/>
            <a:ext cx="9157698" cy="515120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EDBCC84-72ED-BD5C-E07A-DCAC168E102F}"/>
              </a:ext>
            </a:extLst>
          </p:cNvPr>
          <p:cNvSpPr txBox="1"/>
          <p:nvPr/>
        </p:nvSpPr>
        <p:spPr>
          <a:xfrm>
            <a:off x="914400" y="81915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92F"/>
                </a:solidFill>
                <a:latin typeface="Segoe UI" panose="020B0502040204020203" pitchFamily="34" charset="0"/>
              </a:rPr>
              <a:t>{{ROTULO_PERFIL}}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E6F6E79-D11F-D3B9-5A80-BFED2A195FF6}"/>
              </a:ext>
            </a:extLst>
          </p:cNvPr>
          <p:cNvSpPr txBox="1"/>
          <p:nvPr/>
        </p:nvSpPr>
        <p:spPr>
          <a:xfrm>
            <a:off x="914400" y="1200150"/>
            <a:ext cx="7315200" cy="3104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{{PERFIL_REQUISITOS}}</a:t>
            </a:r>
          </a:p>
        </p:txBody>
      </p:sp>
    </p:spTree>
    <p:extLst>
      <p:ext uri="{BB962C8B-B14F-4D97-AF65-F5344CB8AC3E}">
        <p14:creationId xmlns:p14="http://schemas.microsoft.com/office/powerpoint/2010/main" val="3059510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048E-DCDE-4AFD-93D8-F7306549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77">
            <a:extLst>
              <a:ext uri="{FF2B5EF4-FFF2-40B4-BE49-F238E27FC236}">
                <a16:creationId xmlns:a16="http://schemas.microsoft.com/office/drawing/2014/main" id="{5EB6C82D-2927-949D-A012-770D966458D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0" y="-7706"/>
            <a:ext cx="9157698" cy="515120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C631CC3-7D52-3F6F-F26C-04BD988D4B60}"/>
              </a:ext>
            </a:extLst>
          </p:cNvPr>
          <p:cNvSpPr txBox="1"/>
          <p:nvPr/>
        </p:nvSpPr>
        <p:spPr>
          <a:xfrm>
            <a:off x="914400" y="8191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92F"/>
                </a:solidFill>
                <a:latin typeface="Segoe UI" panose="020B0502040204020203" pitchFamily="34" charset="0"/>
              </a:rPr>
              <a:t>{{ROTULO_LOCALIDADES}}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283D1D3B-F924-2EB0-53E0-C4E125EB426A}"/>
              </a:ext>
            </a:extLst>
          </p:cNvPr>
          <p:cNvSpPr txBox="1"/>
          <p:nvPr/>
        </p:nvSpPr>
        <p:spPr>
          <a:xfrm>
            <a:off x="914400" y="1200150"/>
            <a:ext cx="7315200" cy="3658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{{PERFIL_MODALIDADE}}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{{ROTULO_ALOCADO_EM}}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{{PERFIL_LOCAL}}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{{TEXTO_COBERTURA}}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{{ROTULO_HORARIO}} {{PERFIL_HORARIO}}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{{TEXTO_REGIME_OBRIGACAO}}</a:t>
            </a:r>
          </a:p>
        </p:txBody>
      </p:sp>
      <p:pic>
        <p:nvPicPr>
          <p:cNvPr id="4" name="Picture 2" descr="TAC Contabilidade">
            <a:extLst>
              <a:ext uri="{FF2B5EF4-FFF2-40B4-BE49-F238E27FC236}">
                <a16:creationId xmlns:a16="http://schemas.microsoft.com/office/drawing/2014/main" id="{1ED79B84-97C4-8E6E-367C-14D72CDA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701" y="-293389"/>
            <a:ext cx="2225077" cy="222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39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Por do sol no céu&#10;&#10;O conteúdo gerado por IA pode estar incorreto.">
            <a:extLst>
              <a:ext uri="{FF2B5EF4-FFF2-40B4-BE49-F238E27FC236}">
                <a16:creationId xmlns:a16="http://schemas.microsoft.com/office/drawing/2014/main" id="{57AC67E0-2992-7A7C-9C0E-8E2B1F83DB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8" y="21622"/>
            <a:ext cx="9144000" cy="512465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83C3C7-59AA-4218-AE75-7B36D45BEA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36" y="21621"/>
            <a:ext cx="9144000" cy="5140929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4AEFADF-6B94-9197-7735-671620DBD4B0}"/>
              </a:ext>
            </a:extLst>
          </p:cNvPr>
          <p:cNvSpPr/>
          <p:nvPr/>
        </p:nvSpPr>
        <p:spPr>
          <a:xfrm>
            <a:off x="0" y="5351"/>
            <a:ext cx="9144000" cy="257175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pt-BR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C86B3BA-6DCE-01D5-43B8-3A356537C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3" r="7926" b="18018"/>
          <a:stretch>
            <a:fillRect/>
          </a:stretch>
        </p:blipFill>
        <p:spPr bwMode="auto">
          <a:xfrm>
            <a:off x="4588036" y="21621"/>
            <a:ext cx="5859711" cy="51246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E6AA83-DB85-DD66-6768-085D1879754A}"/>
              </a:ext>
            </a:extLst>
          </p:cNvPr>
          <p:cNvSpPr txBox="1"/>
          <p:nvPr/>
        </p:nvSpPr>
        <p:spPr>
          <a:xfrm>
            <a:off x="606325" y="3409537"/>
            <a:ext cx="185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{{DATA_CURTA}}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AB52A9-18AE-3AA1-7E5F-023D91ED493F}"/>
              </a:ext>
            </a:extLst>
          </p:cNvPr>
          <p:cNvSpPr txBox="1"/>
          <p:nvPr/>
        </p:nvSpPr>
        <p:spPr>
          <a:xfrm>
            <a:off x="514350" y="1651494"/>
            <a:ext cx="49211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400" dirty="0">
                <a:solidFill>
                  <a:srgbClr val="E6F2ED"/>
                </a:solidFill>
                <a:latin typeface="Segoe UI Black"/>
                <a:ea typeface="Segoe UI"/>
                <a:cs typeface="Segoe UI"/>
              </a:rPr>
              <a:t>{{ROTULO_COMERCIAL}}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4609-E150-FFCC-4257-B5FB0376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">
            <a:extLst>
              <a:ext uri="{FF2B5EF4-FFF2-40B4-BE49-F238E27FC236}">
                <a16:creationId xmlns:a16="http://schemas.microsoft.com/office/drawing/2014/main" id="{B69A0CDD-3D17-5EB2-DFCB-5EC0F1E7B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4AD8164-1C54-47A3-8D55-FD694499C01C}"/>
              </a:ext>
            </a:extLst>
          </p:cNvPr>
          <p:cNvSpPr/>
          <p:nvPr/>
        </p:nvSpPr>
        <p:spPr>
          <a:xfrm>
            <a:off x="0" y="0"/>
            <a:ext cx="9143999" cy="669472"/>
          </a:xfrm>
          <a:prstGeom prst="rect">
            <a:avLst/>
          </a:prstGeom>
          <a:solidFill>
            <a:srgbClr val="1839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solidFill>
                <a:srgbClr val="00764B"/>
              </a:solidFill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CDFE5B74-40F4-599B-654D-8124CBBDF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781550"/>
            <a:ext cx="550282" cy="151388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13771325-42C5-9B78-BD13-F4AD885EA14B}"/>
              </a:ext>
            </a:extLst>
          </p:cNvPr>
          <p:cNvSpPr txBox="1"/>
          <p:nvPr/>
        </p:nvSpPr>
        <p:spPr>
          <a:xfrm>
            <a:off x="1295400" y="133350"/>
            <a:ext cx="5348904" cy="427938"/>
          </a:xfrm>
          <a:prstGeom prst="rect">
            <a:avLst/>
          </a:prstGeom>
        </p:spPr>
        <p:txBody>
          <a:bodyPr vert="horz" wrap="square" lIns="0" tIns="94615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indent="76200">
              <a:lnSpc>
                <a:spcPct val="80000"/>
              </a:lnSpc>
              <a:spcBef>
                <a:spcPts val="745"/>
              </a:spcBef>
            </a:pPr>
            <a:r>
              <a:rPr lang="pt-BR" sz="2700" b="1" spc="-5" dirty="0">
                <a:solidFill>
                  <a:srgbClr val="FFFFFF"/>
                </a:solidFill>
                <a:latin typeface="Segoe UI Black"/>
                <a:ea typeface="Segoe UI Black"/>
                <a:cs typeface="Arial"/>
              </a:rPr>
              <a:t>{{ROTULO_INVESTIMENTO}}</a:t>
            </a:r>
            <a:endParaRPr lang="pt-BR" sz="2700" dirty="0">
              <a:latin typeface="Segoe"/>
              <a:ea typeface="Segoe UI Black"/>
              <a:cs typeface="Arial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0404641-6C8C-4C12-19BB-816026F11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484513"/>
              </p:ext>
            </p:extLst>
          </p:nvPr>
        </p:nvGraphicFramePr>
        <p:xfrm>
          <a:off x="855082" y="1123950"/>
          <a:ext cx="7298318" cy="8572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93318">
                  <a:extLst>
                    <a:ext uri="{9D8B030D-6E8A-4147-A177-3AD203B41FA5}">
                      <a16:colId xmlns:a16="http://schemas.microsoft.com/office/drawing/2014/main" val="166606691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1990429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effectLst/>
                          <a:latin typeface="Segoe UI "/>
                        </a:rPr>
                        <a:t>{{ROTULO_COL_DESC}}</a:t>
                      </a:r>
                      <a:endParaRPr lang="en-US" sz="1200" dirty="0">
                        <a:effectLst/>
                        <a:latin typeface="Segoe UI "/>
                      </a:endParaRP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4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effectLst/>
                          <a:latin typeface="Segoe UI "/>
                        </a:rPr>
                        <a:t>{{ROTULO_COL_VALOR}}</a:t>
                      </a:r>
                      <a:endParaRPr lang="en-US" sz="1200" dirty="0">
                        <a:effectLst/>
                        <a:latin typeface="Segoe UI "/>
                      </a:endParaRP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61099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pt-B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 "/>
                        </a:rPr>
                        <a:t>{{ITEM_DESCRICAO}}</a:t>
                      </a: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975"/>
                        </a:lnSpc>
                        <a:buNone/>
                      </a:pPr>
                      <a:r>
                        <a:rPr lang="pt-B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{{ITEM_VALOR}}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643907"/>
                  </a:ext>
                </a:extLst>
              </a:tr>
            </a:tbl>
          </a:graphicData>
        </a:graphic>
      </p:graphicFrame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7697CE7-56D3-7B25-4C3D-8504B4F90F2B}"/>
              </a:ext>
            </a:extLst>
          </p:cNvPr>
          <p:cNvSpPr txBox="1">
            <a:spLocks/>
          </p:cNvSpPr>
          <p:nvPr/>
        </p:nvSpPr>
        <p:spPr>
          <a:xfrm>
            <a:off x="855082" y="2863778"/>
            <a:ext cx="6917318" cy="180958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{{ROTULO_OBSERVACOES}}</a:t>
            </a:r>
            <a:endParaRPr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/>
              <a:ea typeface="+mn-lt"/>
              <a:cs typeface="Segoe UI"/>
            </a:endParaRPr>
          </a:p>
          <a:p>
            <a:pPr marL="171450" indent="-171450" algn="just">
              <a:lnSpc>
                <a:spcPct val="100000"/>
              </a:lnSpc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{{OBSERVACOES_COMERCIAIS}}</a:t>
            </a:r>
          </a:p>
        </p:txBody>
      </p:sp>
    </p:spTree>
    <p:extLst>
      <p:ext uri="{BB962C8B-B14F-4D97-AF65-F5344CB8AC3E}">
        <p14:creationId xmlns:p14="http://schemas.microsoft.com/office/powerpoint/2010/main" val="61099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E5F07D-6C9C-D2C3-A95F-E816A065BD0F}"/>
              </a:ext>
            </a:extLst>
          </p:cNvPr>
          <p:cNvSpPr txBox="1"/>
          <p:nvPr/>
        </p:nvSpPr>
        <p:spPr>
          <a:xfrm>
            <a:off x="1437699" y="1427432"/>
            <a:ext cx="3591715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>
                <a:solidFill>
                  <a:srgbClr val="FFFFFF"/>
                </a:solidFill>
                <a:latin typeface="Segoe UI Black"/>
                <a:ea typeface="Segoe UI Black"/>
                <a:cs typeface="Times New Roman"/>
              </a:rPr>
              <a:t>{{FECHAMENTO_CHAMADA}}</a:t>
            </a:r>
            <a:endParaRPr lang="pt-BR" sz="12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B93C50B-7BA1-2AD1-4A3B-892A0C0182C4}"/>
              </a:ext>
            </a:extLst>
          </p:cNvPr>
          <p:cNvCxnSpPr>
            <a:cxnSpLocks/>
          </p:cNvCxnSpPr>
          <p:nvPr/>
        </p:nvCxnSpPr>
        <p:spPr>
          <a:xfrm>
            <a:off x="1491793" y="3051573"/>
            <a:ext cx="305564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E4F580-0640-8223-9312-529EB44D82F9}"/>
              </a:ext>
            </a:extLst>
          </p:cNvPr>
          <p:cNvSpPr txBox="1"/>
          <p:nvPr/>
        </p:nvSpPr>
        <p:spPr>
          <a:xfrm>
            <a:off x="1435230" y="3263676"/>
            <a:ext cx="359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>
                <a:solidFill>
                  <a:srgbClr val="00754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{{AM_NOME}}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960ACC-1882-B699-DBD2-9A711B1E592F}"/>
              </a:ext>
            </a:extLst>
          </p:cNvPr>
          <p:cNvSpPr txBox="1"/>
          <p:nvPr/>
        </p:nvSpPr>
        <p:spPr>
          <a:xfrm>
            <a:off x="1435230" y="3633008"/>
            <a:ext cx="293057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13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{{AM_EMAIL}}</a:t>
            </a:r>
          </a:p>
        </p:txBody>
      </p:sp>
    </p:spTree>
    <p:extLst>
      <p:ext uri="{BB962C8B-B14F-4D97-AF65-F5344CB8AC3E}">
        <p14:creationId xmlns:p14="http://schemas.microsoft.com/office/powerpoint/2010/main" val="1892853679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7E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57430E6E40BD24289CAB537D6593F76" ma:contentTypeVersion="18" ma:contentTypeDescription="Criar um novo documento." ma:contentTypeScope="" ma:versionID="b2a3a555b3e5e5652273ed1eb094ec4d">
  <xsd:schema xmlns:xsd="http://www.w3.org/2001/XMLSchema" xmlns:xs="http://www.w3.org/2001/XMLSchema" xmlns:p="http://schemas.microsoft.com/office/2006/metadata/properties" xmlns:ns2="1abcdc6f-ce25-4d9f-afb9-66222daecbeb" xmlns:ns3="1e33fd79-7ccc-4839-9879-2552c6d9fb63" targetNamespace="http://schemas.microsoft.com/office/2006/metadata/properties" ma:root="true" ma:fieldsID="d89fb46f54c410ad0dcb5cc1244ba6a4" ns2:_="" ns3:_="">
    <xsd:import namespace="1abcdc6f-ce25-4d9f-afb9-66222daecbeb"/>
    <xsd:import namespace="1e33fd79-7ccc-4839-9879-2552c6d9fb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DatadeValida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cdc6f-ce25-4d9f-afb9-66222daecb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m" ma:readOnly="false" ma:fieldId="{5cf76f15-5ced-4ddc-b409-7134ff3c332f}" ma:taxonomyMulti="true" ma:sspId="83a5cb55-5baa-4483-b4d2-ad00df7605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9" nillable="true" ma:displayName="Estado da aprovação" ma:internalName="Estado_x0020_da_x0020_aprova_x00e7__x00e3_o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adeValidade" ma:index="24" nillable="true" ma:displayName="Data de Validade" ma:default="[today]" ma:format="DateTime" ma:internalName="DatadeValidade">
      <xsd:simpleType>
        <xsd:restriction base="dms:DateTim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33fd79-7ccc-4839-9879-2552c6d9fb6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a62ee0a-b5dc-4cee-a77c-74f5c4a0af64}" ma:internalName="TaxCatchAll" ma:showField="CatchAllData" ma:web="1e33fd79-7ccc-4839-9879-2552c6d9fb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bcdc6f-ce25-4d9f-afb9-66222daecbeb">
      <Terms xmlns="http://schemas.microsoft.com/office/infopath/2007/PartnerControls"/>
    </lcf76f155ced4ddcb4097134ff3c332f>
    <TaxCatchAll xmlns="1e33fd79-7ccc-4839-9879-2552c6d9fb63" xsi:nil="true"/>
    <_Flow_SignoffStatus xmlns="1abcdc6f-ce25-4d9f-afb9-66222daecbeb" xsi:nil="true"/>
    <DatadeValidade xmlns="1abcdc6f-ce25-4d9f-afb9-66222daecbeb">2026-08-05T04:17:54Z</DatadeValidade>
    <SharedWithUsers xmlns="1e33fd79-7ccc-4839-9879-2552c6d9fb63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281DE3C-EE0A-40CC-94E5-872A47CAD9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bcdc6f-ce25-4d9f-afb9-66222daecbeb"/>
    <ds:schemaRef ds:uri="1e33fd79-7ccc-4839-9879-2552c6d9fb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5E6FE3-321E-4C24-A4AD-6A3B0A3E40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83D230-EDA4-4E5C-957A-5C10016FD340}">
  <ds:schemaRefs>
    <ds:schemaRef ds:uri="http://purl.org/dc/dcmitype/"/>
    <ds:schemaRef ds:uri="http://purl.org/dc/terms/"/>
    <ds:schemaRef ds:uri="82c48dec-2aed-465f-a56b-b77b87288810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elements/1.1/"/>
    <ds:schemaRef ds:uri="862d6618-afbd-403f-b7ab-48d22b0dd3a5"/>
    <ds:schemaRef ds:uri="http://www.w3.org/XML/1998/namespace"/>
    <ds:schemaRef ds:uri="1abcdc6f-ce25-4d9f-afb9-66222daecbeb"/>
    <ds:schemaRef ds:uri="1e33fd79-7ccc-4839-9879-2552c6d9fb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2543</TotalTime>
  <Words>748</Words>
  <Application>Microsoft Macintosh PowerPoint</Application>
  <PresentationFormat>On-screen Show (16:9)</PresentationFormat>
  <Paragraphs>92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Calibri</vt:lpstr>
      <vt:lpstr>Segoe</vt:lpstr>
      <vt:lpstr>Segoe UI</vt:lpstr>
      <vt:lpstr>Segoe UI </vt:lpstr>
      <vt:lpstr>Segoe UI Black</vt:lpstr>
      <vt:lpstr>WordVisiCarriageReturn_MSFontService</vt:lpstr>
      <vt:lpstr>Office Theme</vt:lpstr>
      <vt:lpstr>PowerPoint Presentation</vt:lpstr>
      <vt:lpstr>PowerPoint Presentation</vt:lpstr>
      <vt:lpstr>Transforme suas operações de TI em um motor estratégico de crescimento e inovação.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Pablo Rosa</dc:creator>
  <cp:lastModifiedBy>Bruno Rodrigues dos Santos</cp:lastModifiedBy>
  <cp:revision>486</cp:revision>
  <dcterms:created xsi:type="dcterms:W3CDTF">2022-09-12T20:21:00Z</dcterms:created>
  <dcterms:modified xsi:type="dcterms:W3CDTF">2026-10-21T13:41:46Z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2022-09-12T00:00:00Z</vt:filetime>
  </property>
  <property fmtid="{D5CDD505-2E9C-101B-9397-08002B2CF9AE}" pid="5" name="ContentTypeId">
    <vt:lpwstr>0x010100257430E6E40BD24289CAB537D6593F76</vt:lpwstr>
  </property>
  <property fmtid="{D5CDD505-2E9C-101B-9397-08002B2CF9AE}" pid="6" name="MediaServiceImageTags">
    <vt:lpwstr/>
  </property>
  <property fmtid="{D5CDD505-2E9C-101B-9397-08002B2CF9AE}" pid="7" name="Order">
    <vt:lpwstr>11215100.0000000</vt:lpwstr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  <property fmtid="{D5CDD505-2E9C-101B-9397-08002B2CF9AE}" pid="15" name="xd_Signature">
    <vt:lpwstr/>
  </property>
</Properties>
</file>