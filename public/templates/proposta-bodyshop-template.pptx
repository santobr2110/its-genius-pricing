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4"/>
  </p:sldMasterIdLst>
  <p:notesMasterIdLst>
    <p:notesMasterId r:id="rId17"/>
  </p:notesMasterIdLst>
  <p:sldIdLst>
    <p:sldId id="274" r:id="rId5"/>
    <p:sldId id="257" r:id="rId6"/>
    <p:sldId id="258" r:id="rId7"/>
    <p:sldId id="260" r:id="rId8"/>
    <p:sldId id="2147471597" r:id="rId9"/>
    <p:sldId id="2147471602" r:id="rId10"/>
    <p:sldId id="2147471607" r:id="rId11"/>
    <p:sldId id="2147471609" r:id="rId12"/>
    <p:sldId id="2147471608" r:id="rId13"/>
    <p:sldId id="268" r:id="rId14"/>
    <p:sldId id="2147471594" r:id="rId15"/>
    <p:sldId id="2147471592" r:id="rId16"/>
  </p:sldIdLst>
  <p:sldSz cx="9144000" cy="5143500" type="screen16x9"/>
  <p:notesSz cx="9144000" cy="51435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obre" id="{745F28BE-5E09-40C2-8D90-7CBA101B7C3C}">
          <p14:sldIdLst>
            <p14:sldId id="274"/>
            <p14:sldId id="257"/>
            <p14:sldId id="258"/>
            <p14:sldId id="260"/>
          </p14:sldIdLst>
        </p14:section>
        <p14:section name="Escopo" id="{5E54E1E8-CCA8-4406-BDB3-147E78544EC0}">
          <p14:sldIdLst>
            <p14:sldId id="2147471597"/>
            <p14:sldId id="2147471602"/>
            <p14:sldId id="2147471607"/>
            <p14:sldId id="2147471609"/>
            <p14:sldId id="2147471608"/>
            <p14:sldId id="268"/>
            <p14:sldId id="2147471594"/>
            <p14:sldId id="214747159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64B"/>
    <a:srgbClr val="17392F"/>
    <a:srgbClr val="ED8843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87" autoAdjust="0"/>
    <p:restoredTop sz="94675"/>
  </p:normalViewPr>
  <p:slideViewPr>
    <p:cSldViewPr>
      <p:cViewPr varScale="1">
        <p:scale>
          <a:sx n="159" d="100"/>
          <a:sy n="159" d="100"/>
        </p:scale>
        <p:origin x="680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A13319-1676-4A8C-B992-8C6A849A5E7C}" type="datetimeFigureOut">
              <a:rPr lang="pt-BR" smtClean="0"/>
              <a:t>21/10/2026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3028950" y="642938"/>
            <a:ext cx="3086100" cy="17367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914400" y="2474913"/>
            <a:ext cx="7315200" cy="20256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5180013" y="4886325"/>
            <a:ext cx="3962400" cy="257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B3AF49-1444-425F-B9CB-C56766E2CBAA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13231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3AF49-1444-425F-B9CB-C56766E2CBAA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42140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3AF49-1444-425F-B9CB-C56766E2CBAA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91007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EBF21-8AF2-C145-9AE0-8384501ED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A5CF732-F734-78C7-981A-1619B7D0BE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3FDFCCE-9535-0574-96BA-A4AEF3312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192276-A367-A777-7FD8-29316B2AE9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3AF49-1444-425F-B9CB-C56766E2CBAA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51407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B3AF49-1444-425F-B9CB-C56766E2CBAA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5795874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707F07-0AD1-49C7-A591-C9DAC4A8482C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446168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microsoft.com/office/2007/relationships/hdphoto" Target="../media/hdphoto1.wdp"/></Relationships>
</file>

<file path=ppt/slideLayouts/_rels/slideLayout3.xml.rels><?xml version="1.0" encoding="UTF-8" standalone="yes"?>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microsoft.com/office/2007/relationships/hdphoto" Target="../media/hdphoto1.wdp"/></Relationships>
</file>

<file path=ppt/slideLayouts/_rels/slideLayout4.xml.rels><?xml version="1.0" encoding="UTF-8" standalone="yes"?>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1.jpe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6.pn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9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sv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fundo Chapad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02531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e conteúdo Astronau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Agrupar 5">
            <a:extLst>
              <a:ext uri="{FF2B5EF4-FFF2-40B4-BE49-F238E27FC236}">
                <a16:creationId xmlns:a16="http://schemas.microsoft.com/office/drawing/2014/main" id="{9F1097AF-C288-C87D-5876-52D04ABE0992}"/>
              </a:ext>
            </a:extLst>
          </p:cNvPr>
          <p:cNvGrpSpPr/>
          <p:nvPr userDrawn="1"/>
        </p:nvGrpSpPr>
        <p:grpSpPr>
          <a:xfrm>
            <a:off x="0" y="0"/>
            <a:ext cx="9143999" cy="5143500"/>
            <a:chOff x="1238530" y="768384"/>
            <a:chExt cx="9459965" cy="5321232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B203162D-D33B-26B6-D771-67EE56E658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47835" t="11810" b="11810"/>
            <a:stretch>
              <a:fillRect/>
            </a:stretch>
          </p:blipFill>
          <p:spPr>
            <a:xfrm flipH="1">
              <a:off x="3429973" y="768384"/>
              <a:ext cx="7268522" cy="5321232"/>
            </a:xfrm>
            <a:prstGeom prst="rect">
              <a:avLst/>
            </a:prstGeom>
          </p:spPr>
        </p:pic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883FD106-12FF-C688-40FF-5D5330495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84273" t="11880" b="11880"/>
            <a:stretch>
              <a:fillRect/>
            </a:stretch>
          </p:blipFill>
          <p:spPr>
            <a:xfrm>
              <a:off x="1238530" y="773223"/>
              <a:ext cx="2191443" cy="5311555"/>
            </a:xfrm>
            <a:prstGeom prst="rect">
              <a:avLst/>
            </a:prstGeom>
          </p:spPr>
        </p:pic>
      </p:grpSp>
      <p:pic>
        <p:nvPicPr>
          <p:cNvPr id="9" name="Imagem 8">
            <a:extLst>
              <a:ext uri="{FF2B5EF4-FFF2-40B4-BE49-F238E27FC236}">
                <a16:creationId xmlns:a16="http://schemas.microsoft.com/office/drawing/2014/main" id="{60586392-C1B9-4FF3-865A-8E6427D107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alphaModFix amt="7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FilmGrain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3475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e conteúdo Astronaut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Agrupar 5">
            <a:extLst>
              <a:ext uri="{FF2B5EF4-FFF2-40B4-BE49-F238E27FC236}">
                <a16:creationId xmlns:a16="http://schemas.microsoft.com/office/drawing/2014/main" id="{9F1097AF-C288-C87D-5876-52D04ABE0992}"/>
              </a:ext>
            </a:extLst>
          </p:cNvPr>
          <p:cNvGrpSpPr/>
          <p:nvPr userDrawn="1"/>
        </p:nvGrpSpPr>
        <p:grpSpPr>
          <a:xfrm>
            <a:off x="0" y="0"/>
            <a:ext cx="9143999" cy="5143500"/>
            <a:chOff x="1238530" y="768384"/>
            <a:chExt cx="9459965" cy="5321232"/>
          </a:xfrm>
        </p:grpSpPr>
        <p:pic>
          <p:nvPicPr>
            <p:cNvPr id="7" name="Imagem 6">
              <a:extLst>
                <a:ext uri="{FF2B5EF4-FFF2-40B4-BE49-F238E27FC236}">
                  <a16:creationId xmlns:a16="http://schemas.microsoft.com/office/drawing/2014/main" id="{B203162D-D33B-26B6-D771-67EE56E658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47835" t="11810" b="11810"/>
            <a:stretch>
              <a:fillRect/>
            </a:stretch>
          </p:blipFill>
          <p:spPr>
            <a:xfrm flipH="1">
              <a:off x="3429973" y="768384"/>
              <a:ext cx="7268522" cy="5321232"/>
            </a:xfrm>
            <a:prstGeom prst="rect">
              <a:avLst/>
            </a:prstGeom>
          </p:spPr>
        </p:pic>
        <p:pic>
          <p:nvPicPr>
            <p:cNvPr id="8" name="Imagem 7">
              <a:extLst>
                <a:ext uri="{FF2B5EF4-FFF2-40B4-BE49-F238E27FC236}">
                  <a16:creationId xmlns:a16="http://schemas.microsoft.com/office/drawing/2014/main" id="{883FD106-12FF-C688-40FF-5D533049522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84273" t="11880" b="11880"/>
            <a:stretch>
              <a:fillRect/>
            </a:stretch>
          </p:blipFill>
          <p:spPr>
            <a:xfrm>
              <a:off x="1238530" y="773223"/>
              <a:ext cx="2191443" cy="5311555"/>
            </a:xfrm>
            <a:prstGeom prst="rect">
              <a:avLst/>
            </a:prstGeom>
          </p:spPr>
        </p:pic>
      </p:grpSp>
      <p:pic>
        <p:nvPicPr>
          <p:cNvPr id="9" name="Imagem 8">
            <a:extLst>
              <a:ext uri="{FF2B5EF4-FFF2-40B4-BE49-F238E27FC236}">
                <a16:creationId xmlns:a16="http://schemas.microsoft.com/office/drawing/2014/main" id="{60586392-C1B9-4FF3-865A-8E6427D107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alphaModFix amt="7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FilmGrain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Gráfico 1">
            <a:extLst>
              <a:ext uri="{FF2B5EF4-FFF2-40B4-BE49-F238E27FC236}">
                <a16:creationId xmlns:a16="http://schemas.microsoft.com/office/drawing/2014/main" id="{EC36F2A2-29DE-D0EF-E916-55A82344D5E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2022" y="404362"/>
            <a:ext cx="292946" cy="13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6845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ário e Tóp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5D256D97-2D41-3372-D91B-2C3C66B1CCC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22934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dominant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6D34927B-00B4-04DA-9BA6-C6922AABF65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5" name="Gráfico 2">
            <a:extLst>
              <a:ext uri="{FF2B5EF4-FFF2-40B4-BE49-F238E27FC236}">
                <a16:creationId xmlns:a16="http://schemas.microsoft.com/office/drawing/2014/main" id="{28599663-526B-EA49-CEC4-AA79193FAC1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22083" y="4643438"/>
            <a:ext cx="779878" cy="186493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E126FB06-4506-3714-D385-D4F84FD34C4E}"/>
              </a:ext>
            </a:extLst>
          </p:cNvPr>
          <p:cNvSpPr txBox="1"/>
          <p:nvPr userDrawn="1"/>
        </p:nvSpPr>
        <p:spPr>
          <a:xfrm>
            <a:off x="223930" y="199148"/>
            <a:ext cx="47655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 are </a:t>
            </a:r>
            <a:r>
              <a:rPr lang="pt-BR" sz="900" b="1" i="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Technology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We are </a:t>
            </a:r>
            <a:r>
              <a:rPr lang="pt-BR" sz="900" b="1" i="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Selbetti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| www.</a:t>
            </a:r>
            <a:r>
              <a:rPr lang="pt-BR" sz="900" b="1" spc="225" dirty="0">
                <a:solidFill>
                  <a:schemeClr val="bg1">
                    <a:lumMod val="75000"/>
                  </a:schemeClr>
                </a:solidFill>
              </a:rPr>
              <a:t>selbetti</a:t>
            </a:r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.com.br </a:t>
            </a:r>
          </a:p>
        </p:txBody>
      </p:sp>
    </p:spTree>
    <p:extLst>
      <p:ext uri="{BB962C8B-B14F-4D97-AF65-F5344CB8AC3E}">
        <p14:creationId xmlns:p14="http://schemas.microsoft.com/office/powerpoint/2010/main" val="2677689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dominant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áfico 2">
            <a:extLst>
              <a:ext uri="{FF2B5EF4-FFF2-40B4-BE49-F238E27FC236}">
                <a16:creationId xmlns:a16="http://schemas.microsoft.com/office/drawing/2014/main" id="{28599663-526B-EA49-CEC4-AA79193FAC1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22083" y="4643438"/>
            <a:ext cx="779878" cy="186493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E126FB06-4506-3714-D385-D4F84FD34C4E}"/>
              </a:ext>
            </a:extLst>
          </p:cNvPr>
          <p:cNvSpPr txBox="1"/>
          <p:nvPr userDrawn="1"/>
        </p:nvSpPr>
        <p:spPr>
          <a:xfrm>
            <a:off x="223930" y="199148"/>
            <a:ext cx="47655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 are </a:t>
            </a:r>
            <a:r>
              <a:rPr lang="pt-BR" sz="900" b="1" i="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Technology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We are </a:t>
            </a:r>
            <a:r>
              <a:rPr lang="pt-BR" sz="900" b="1" i="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Selbetti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| www.</a:t>
            </a:r>
            <a:r>
              <a:rPr lang="pt-BR" sz="900" b="1" spc="225" dirty="0">
                <a:solidFill>
                  <a:schemeClr val="bg1">
                    <a:lumMod val="75000"/>
                  </a:schemeClr>
                </a:solidFill>
              </a:rPr>
              <a:t>selbetti</a:t>
            </a:r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.com.br 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5B68B362-8752-0456-FC18-9FEAE2F3C3D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Gráfico 2">
            <a:extLst>
              <a:ext uri="{FF2B5EF4-FFF2-40B4-BE49-F238E27FC236}">
                <a16:creationId xmlns:a16="http://schemas.microsoft.com/office/drawing/2014/main" id="{14D7AD6C-8F45-9D44-535F-FD22AC2136E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223929" y="4757738"/>
            <a:ext cx="779878" cy="186493"/>
          </a:xfrm>
          <a:prstGeom prst="rect">
            <a:avLst/>
          </a:prstGeom>
        </p:spPr>
      </p:pic>
      <p:sp>
        <p:nvSpPr>
          <p:cNvPr id="8" name="CaixaDeTexto 7">
            <a:extLst>
              <a:ext uri="{FF2B5EF4-FFF2-40B4-BE49-F238E27FC236}">
                <a16:creationId xmlns:a16="http://schemas.microsoft.com/office/drawing/2014/main" id="{D3EC0773-AACC-8D18-D997-63CCD7B3AA70}"/>
              </a:ext>
            </a:extLst>
          </p:cNvPr>
          <p:cNvSpPr txBox="1"/>
          <p:nvPr userDrawn="1"/>
        </p:nvSpPr>
        <p:spPr>
          <a:xfrm>
            <a:off x="4154503" y="313448"/>
            <a:ext cx="47655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 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We are </a:t>
            </a:r>
            <a:r>
              <a:rPr lang="pt-BR" sz="900" b="1" i="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Technology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. We are </a:t>
            </a:r>
            <a:r>
              <a:rPr lang="pt-BR" sz="900" b="1" i="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Selbetti</a:t>
            </a:r>
            <a:r>
              <a:rPr lang="pt-BR" sz="900" spc="0" dirty="0">
                <a:solidFill>
                  <a:schemeClr val="tx1">
                    <a:lumMod val="50000"/>
                    <a:lumOff val="5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| www.</a:t>
            </a:r>
            <a:r>
              <a:rPr lang="pt-BR" sz="900" b="1" spc="225" dirty="0">
                <a:solidFill>
                  <a:schemeClr val="bg1">
                    <a:lumMod val="75000"/>
                  </a:schemeClr>
                </a:solidFill>
              </a:rPr>
              <a:t>selbetti</a:t>
            </a:r>
            <a:r>
              <a:rPr lang="pt-BR" sz="900" spc="225" dirty="0">
                <a:solidFill>
                  <a:schemeClr val="bg1">
                    <a:lumMod val="75000"/>
                  </a:schemeClr>
                </a:solidFill>
              </a:rPr>
              <a:t>.com.br </a:t>
            </a:r>
          </a:p>
        </p:txBody>
      </p:sp>
    </p:spTree>
    <p:extLst>
      <p:ext uri="{BB962C8B-B14F-4D97-AF65-F5344CB8AC3E}">
        <p14:creationId xmlns:p14="http://schemas.microsoft.com/office/powerpoint/2010/main" val="2554171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 Gradiente Laranja">
    <p:bg>
      <p:bgPr>
        <a:solidFill>
          <a:srgbClr val="EF894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4D5AC69F-7563-3E52-BF9D-E342EB2BBD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Gráfico 2">
            <a:extLst>
              <a:ext uri="{FF2B5EF4-FFF2-40B4-BE49-F238E27FC236}">
                <a16:creationId xmlns:a16="http://schemas.microsoft.com/office/drawing/2014/main" id="{AEAD9945-F3D8-BA2B-9A4F-0A48AB095AC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922083" y="4643438"/>
            <a:ext cx="779878" cy="18649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EB78F265-B00F-AFE8-693F-7F4F92116D01}"/>
              </a:ext>
            </a:extLst>
          </p:cNvPr>
          <p:cNvSpPr txBox="1"/>
          <p:nvPr userDrawn="1"/>
        </p:nvSpPr>
        <p:spPr>
          <a:xfrm>
            <a:off x="648295" y="426342"/>
            <a:ext cx="476556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900" spc="225" dirty="0">
                <a:solidFill>
                  <a:schemeClr val="bg1"/>
                </a:solidFill>
              </a:rPr>
              <a:t> </a:t>
            </a:r>
            <a:r>
              <a:rPr lang="pt-BR" sz="900" spc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A maior </a:t>
            </a:r>
            <a:r>
              <a:rPr lang="pt-BR" sz="900" b="1" spc="0" dirty="0" err="1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One</a:t>
            </a:r>
            <a:r>
              <a:rPr lang="pt-BR" sz="900" b="1" spc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-Stop-Tech </a:t>
            </a:r>
            <a:r>
              <a:rPr lang="pt-BR" sz="900" spc="0" dirty="0">
                <a:solidFill>
                  <a:schemeClr val="bg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brasileira </a:t>
            </a:r>
            <a:r>
              <a:rPr lang="pt-BR" sz="900" spc="225" dirty="0">
                <a:solidFill>
                  <a:schemeClr val="bg1"/>
                </a:solidFill>
              </a:rPr>
              <a:t>| www.</a:t>
            </a:r>
            <a:r>
              <a:rPr lang="pt-BR" sz="900" b="1" spc="225" dirty="0">
                <a:solidFill>
                  <a:schemeClr val="bg1"/>
                </a:solidFill>
              </a:rPr>
              <a:t>selbetti</a:t>
            </a:r>
            <a:r>
              <a:rPr lang="pt-BR" sz="900" spc="225" dirty="0">
                <a:solidFill>
                  <a:schemeClr val="bg1"/>
                </a:solidFill>
              </a:rPr>
              <a:t>.com.br </a:t>
            </a:r>
          </a:p>
        </p:txBody>
      </p:sp>
      <p:grpSp>
        <p:nvGrpSpPr>
          <p:cNvPr id="5" name="Gráfico 1">
            <a:extLst>
              <a:ext uri="{FF2B5EF4-FFF2-40B4-BE49-F238E27FC236}">
                <a16:creationId xmlns:a16="http://schemas.microsoft.com/office/drawing/2014/main" id="{5459F232-E79B-5FE6-A3AC-46331D42357D}"/>
              </a:ext>
            </a:extLst>
          </p:cNvPr>
          <p:cNvGrpSpPr/>
          <p:nvPr/>
        </p:nvGrpSpPr>
        <p:grpSpPr>
          <a:xfrm>
            <a:off x="485221" y="486023"/>
            <a:ext cx="163055" cy="75975"/>
            <a:chOff x="646961" y="648031"/>
            <a:chExt cx="217406" cy="101300"/>
          </a:xfrm>
        </p:grpSpPr>
        <p:sp>
          <p:nvSpPr>
            <p:cNvPr id="6" name="Forma Livre: Forma 5">
              <a:extLst>
                <a:ext uri="{FF2B5EF4-FFF2-40B4-BE49-F238E27FC236}">
                  <a16:creationId xmlns:a16="http://schemas.microsoft.com/office/drawing/2014/main" id="{613B887C-A830-B731-D070-856B9770621E}"/>
                </a:ext>
              </a:extLst>
            </p:cNvPr>
            <p:cNvSpPr/>
            <p:nvPr/>
          </p:nvSpPr>
          <p:spPr>
            <a:xfrm>
              <a:off x="646961" y="663159"/>
              <a:ext cx="86172" cy="86172"/>
            </a:xfrm>
            <a:custGeom>
              <a:avLst/>
              <a:gdLst>
                <a:gd name="connsiteX0" fmla="*/ 0 w 86172"/>
                <a:gd name="connsiteY0" fmla="*/ 0 h 86172"/>
                <a:gd name="connsiteX1" fmla="*/ 86172 w 86172"/>
                <a:gd name="connsiteY1" fmla="*/ 0 h 86172"/>
                <a:gd name="connsiteX2" fmla="*/ 86172 w 86172"/>
                <a:gd name="connsiteY2" fmla="*/ 86172 h 86172"/>
                <a:gd name="connsiteX3" fmla="*/ 0 w 86172"/>
                <a:gd name="connsiteY3" fmla="*/ 86172 h 861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172" h="86172">
                  <a:moveTo>
                    <a:pt x="0" y="0"/>
                  </a:moveTo>
                  <a:lnTo>
                    <a:pt x="86172" y="0"/>
                  </a:lnTo>
                  <a:lnTo>
                    <a:pt x="86172" y="86172"/>
                  </a:lnTo>
                  <a:lnTo>
                    <a:pt x="0" y="86172"/>
                  </a:lnTo>
                  <a:close/>
                </a:path>
              </a:pathLst>
            </a:custGeom>
            <a:solidFill>
              <a:srgbClr val="00754A"/>
            </a:solidFill>
            <a:ln w="3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sz="1350"/>
            </a:p>
          </p:txBody>
        </p:sp>
        <p:sp>
          <p:nvSpPr>
            <p:cNvPr id="7" name="Forma Livre: Forma 6">
              <a:extLst>
                <a:ext uri="{FF2B5EF4-FFF2-40B4-BE49-F238E27FC236}">
                  <a16:creationId xmlns:a16="http://schemas.microsoft.com/office/drawing/2014/main" id="{C865F4F1-3A97-A91F-47EF-86DD6DBA4E82}"/>
                </a:ext>
              </a:extLst>
            </p:cNvPr>
            <p:cNvSpPr/>
            <p:nvPr/>
          </p:nvSpPr>
          <p:spPr>
            <a:xfrm>
              <a:off x="766793" y="648031"/>
              <a:ext cx="97574" cy="97571"/>
            </a:xfrm>
            <a:custGeom>
              <a:avLst/>
              <a:gdLst>
                <a:gd name="connsiteX0" fmla="*/ 48786 w 97574"/>
                <a:gd name="connsiteY0" fmla="*/ 0 h 97571"/>
                <a:gd name="connsiteX1" fmla="*/ 0 w 97574"/>
                <a:gd name="connsiteY1" fmla="*/ 48786 h 97571"/>
                <a:gd name="connsiteX2" fmla="*/ 48786 w 97574"/>
                <a:gd name="connsiteY2" fmla="*/ 97571 h 97571"/>
                <a:gd name="connsiteX3" fmla="*/ 97575 w 97574"/>
                <a:gd name="connsiteY3" fmla="*/ 48786 h 97571"/>
                <a:gd name="connsiteX4" fmla="*/ 48786 w 97574"/>
                <a:gd name="connsiteY4" fmla="*/ 0 h 975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7574" h="97571">
                  <a:moveTo>
                    <a:pt x="48786" y="0"/>
                  </a:moveTo>
                  <a:cubicBezTo>
                    <a:pt x="21956" y="0"/>
                    <a:pt x="0" y="21950"/>
                    <a:pt x="0" y="48786"/>
                  </a:cubicBezTo>
                  <a:cubicBezTo>
                    <a:pt x="0" y="75622"/>
                    <a:pt x="21956" y="97571"/>
                    <a:pt x="48786" y="97571"/>
                  </a:cubicBezTo>
                  <a:cubicBezTo>
                    <a:pt x="75615" y="97571"/>
                    <a:pt x="97575" y="75615"/>
                    <a:pt x="97575" y="48786"/>
                  </a:cubicBezTo>
                  <a:cubicBezTo>
                    <a:pt x="97575" y="21956"/>
                    <a:pt x="75622" y="0"/>
                    <a:pt x="48786" y="0"/>
                  </a:cubicBezTo>
                  <a:close/>
                </a:path>
              </a:pathLst>
            </a:custGeom>
            <a:solidFill>
              <a:schemeClr val="bg1"/>
            </a:solidFill>
            <a:ln w="32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pt-BR" sz="1350"/>
            </a:p>
          </p:txBody>
        </p:sp>
      </p:grpSp>
    </p:spTree>
    <p:extLst>
      <p:ext uri="{BB962C8B-B14F-4D97-AF65-F5344CB8AC3E}">
        <p14:creationId xmlns:p14="http://schemas.microsoft.com/office/powerpoint/2010/main" val="32532604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io Slide Númer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A80EFCBB-E3E8-A84B-E754-082C0E80507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75057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44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o Planet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B8BB3561-E11D-F914-A22C-A056D71BD8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7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FilmGrain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5D609E64-048F-D1EC-BC02-39AED3BE4DB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 cstate="screen">
            <a:lum bright="70000" contrast="-70000"/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926" b="994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1146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o Planetas 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 descr="Uma imagem contendo água, pequeno, mesa, luz&#10;&#10;O conteúdo gerado por IA pode estar incorreto.">
            <a:extLst>
              <a:ext uri="{FF2B5EF4-FFF2-40B4-BE49-F238E27FC236}">
                <a16:creationId xmlns:a16="http://schemas.microsoft.com/office/drawing/2014/main" id="{4F71B9E8-90E9-6706-4F3C-B9EE45B4FD5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2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05445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ndo Astronaut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agem 5">
            <a:extLst>
              <a:ext uri="{FF2B5EF4-FFF2-40B4-BE49-F238E27FC236}">
                <a16:creationId xmlns:a16="http://schemas.microsoft.com/office/drawing/2014/main" id="{099AA4A0-C543-12ED-5E58-30D804FB583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 cstate="screen">
            <a:alphaModFix amt="25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5828" t="3806" r="2500" b="3806"/>
          <a:stretch>
            <a:fillRect/>
          </a:stretch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42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3999" cy="5143498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4887467"/>
            <a:ext cx="9143999" cy="256030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1812035"/>
            <a:ext cx="9143999" cy="781812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447291" y="1188846"/>
            <a:ext cx="6249416" cy="100139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371600" y="2880360"/>
            <a:ext cx="6400800" cy="12858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3177540" cy="5143500"/>
          </a:xfrm>
          <a:custGeom>
            <a:avLst/>
            <a:gdLst/>
            <a:ahLst/>
            <a:cxnLst/>
            <a:rect l="l" t="t" r="r" b="b"/>
            <a:pathLst>
              <a:path w="3177540" h="5143500">
                <a:moveTo>
                  <a:pt x="3177540" y="0"/>
                </a:moveTo>
                <a:lnTo>
                  <a:pt x="0" y="0"/>
                </a:lnTo>
                <a:lnTo>
                  <a:pt x="0" y="5143500"/>
                </a:lnTo>
                <a:lnTo>
                  <a:pt x="3177540" y="5143500"/>
                </a:lnTo>
                <a:lnTo>
                  <a:pt x="3177540" y="0"/>
                </a:lnTo>
                <a:close/>
              </a:path>
            </a:pathLst>
          </a:custGeom>
          <a:solidFill>
            <a:srgbClr val="121B3C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25252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2000" b="0" i="0">
                <a:solidFill>
                  <a:srgbClr val="252525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25252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45720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4709160" y="1183005"/>
            <a:ext cx="3977640" cy="3394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10/21/26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9143999" cy="5143499"/>
          </a:xfrm>
          <a:prstGeom prst="rect">
            <a:avLst/>
          </a:prstGeom>
        </p:spPr>
      </p:pic>
      <p:pic>
        <p:nvPicPr>
          <p:cNvPr id="17" name="bg object 17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0" y="4613145"/>
            <a:ext cx="9143999" cy="530351"/>
          </a:xfrm>
          <a:prstGeom prst="rect">
            <a:avLst/>
          </a:prstGeom>
        </p:spPr>
      </p:pic>
      <p:pic>
        <p:nvPicPr>
          <p:cNvPr id="18" name="bg object 18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0" y="0"/>
            <a:ext cx="9143999" cy="5143498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900" b="1" i="0">
                <a:solidFill>
                  <a:srgbClr val="25252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10/21/26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10/21/26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143000" y="1247477"/>
            <a:ext cx="6858000" cy="1384995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pt-BR"/>
              <a:t>Clique para editar o título mestre</a:t>
            </a:r>
            <a:endParaRPr lang="de-DE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276999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pt-BR"/>
              <a:t>Clique para editar o estilo do subtítulo mestre</a:t>
            </a:r>
            <a:endParaRPr lang="de-DE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>
          <a:xfrm>
            <a:off x="457200" y="4783455"/>
            <a:ext cx="2103120" cy="276999"/>
          </a:xfrm>
        </p:spPr>
        <p:txBody>
          <a:bodyPr/>
          <a:lstStyle/>
          <a:p>
            <a:fld id="{F0E51C7C-CEA3-4CAA-BE4B-344879E7C377}" type="datetimeFigureOut">
              <a:rPr lang="de-DE" smtClean="0"/>
              <a:t>21.10.26</a:t>
            </a:fld>
            <a:endParaRPr lang="de-DE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>
          <a:xfrm>
            <a:off x="3108960" y="4783455"/>
            <a:ext cx="2926080" cy="276999"/>
          </a:xfrm>
        </p:spPr>
        <p:txBody>
          <a:bodyPr/>
          <a:lstStyle/>
          <a:p>
            <a:endParaRPr lang="de-DE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>
          <a:xfrm>
            <a:off x="6583680" y="4783455"/>
            <a:ext cx="2103120" cy="276999"/>
          </a:xfrm>
        </p:spPr>
        <p:txBody>
          <a:bodyPr/>
          <a:lstStyle/>
          <a:p>
            <a:fld id="{754FE2FE-B55E-4328-8F5C-2CEB8781A47B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426275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Layout Personalizado"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áfico 5">
            <a:extLst>
              <a:ext uri="{FF2B5EF4-FFF2-40B4-BE49-F238E27FC236}">
                <a16:creationId xmlns:a16="http://schemas.microsoft.com/office/drawing/2014/main" id="{F2EFF6C6-D0CE-7184-3F8B-CC26DE2ACA59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2022" y="404362"/>
            <a:ext cx="292946" cy="13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0822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257550" y="103378"/>
            <a:ext cx="3574415" cy="31495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900" b="1" i="0">
                <a:solidFill>
                  <a:srgbClr val="252525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20115" y="992888"/>
            <a:ext cx="7303769" cy="319722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0" i="0">
                <a:solidFill>
                  <a:srgbClr val="252525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108960" y="4783455"/>
            <a:ext cx="292608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45720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10/21/26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6583680" y="4783455"/>
            <a:ext cx="2103120" cy="2571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73" r:id="rId6"/>
    <p:sldLayoutId id="2147483674" r:id="rId7"/>
    <p:sldLayoutId id="2147483675" r:id="rId8"/>
    <p:sldLayoutId id="2147483676" r:id="rId9"/>
    <p:sldLayoutId id="2147483677" r:id="rId10"/>
    <p:sldLayoutId id="2147483678" r:id="rId11"/>
    <p:sldLayoutId id="2147483679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3" Type="http://schemas.openxmlformats.org/officeDocument/2006/relationships/image" Target="../media/image26.jpeg"/><Relationship Id="rId7" Type="http://schemas.openxmlformats.org/officeDocument/2006/relationships/image" Target="../media/image30.png"/><Relationship Id="rId12" Type="http://schemas.openxmlformats.org/officeDocument/2006/relationships/image" Target="../media/image3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6" Type="http://schemas.openxmlformats.org/officeDocument/2006/relationships/image" Target="../media/image29.svg"/><Relationship Id="rId11" Type="http://schemas.openxmlformats.org/officeDocument/2006/relationships/image" Target="../media/image34.svg"/><Relationship Id="rId5" Type="http://schemas.openxmlformats.org/officeDocument/2006/relationships/image" Target="../media/image28.png"/><Relationship Id="rId10" Type="http://schemas.openxmlformats.org/officeDocument/2006/relationships/image" Target="../media/image33.svg"/><Relationship Id="rId4" Type="http://schemas.openxmlformats.org/officeDocument/2006/relationships/image" Target="../media/image27.svg"/><Relationship Id="rId9" Type="http://schemas.openxmlformats.org/officeDocument/2006/relationships/image" Target="../media/image32.png"/><Relationship Id="rId14" Type="http://schemas.openxmlformats.org/officeDocument/2006/relationships/image" Target="../media/image3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
<Relationships xmlns="http://schemas.openxmlformats.org/package/2006/relationships"><Relationship Id="rId3" Type="http://schemas.openxmlformats.org/officeDocument/2006/relationships/image" Target="../media/image39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23.png"/></Relationships>
</file>

<file path=ppt/slides/_rels/slide11.xml.rels><?xml version="1.0" encoding="UTF-8" standalone="yes"?>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41.jpeg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
<Relationships xmlns="http://schemas.openxmlformats.org/package/2006/relationships"><Relationship Id="rId3" Type="http://schemas.openxmlformats.org/officeDocument/2006/relationships/image" Target="../media/image42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 descr="Por do sol no céu&#10;&#10;O conteúdo gerado por IA pode estar incorreto.">
            <a:extLst>
              <a:ext uri="{FF2B5EF4-FFF2-40B4-BE49-F238E27FC236}">
                <a16:creationId xmlns:a16="http://schemas.microsoft.com/office/drawing/2014/main" id="{7957CC44-8FCE-2D88-7E80-42C86E37096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5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9421"/>
            <a:ext cx="9144000" cy="5124659"/>
          </a:xfrm>
          <a:prstGeom prst="rect">
            <a:avLst/>
          </a:prstGeom>
        </p:spPr>
      </p:pic>
      <p:grpSp>
        <p:nvGrpSpPr>
          <p:cNvPr id="3" name="Agrupar 2">
            <a:extLst>
              <a:ext uri="{FF2B5EF4-FFF2-40B4-BE49-F238E27FC236}">
                <a16:creationId xmlns:a16="http://schemas.microsoft.com/office/drawing/2014/main" id="{594D9EA9-048A-94C7-25AD-3FAD2D8C0101}"/>
              </a:ext>
            </a:extLst>
          </p:cNvPr>
          <p:cNvGrpSpPr/>
          <p:nvPr/>
        </p:nvGrpSpPr>
        <p:grpSpPr>
          <a:xfrm>
            <a:off x="-8018" y="-6850"/>
            <a:ext cx="9160036" cy="5157199"/>
            <a:chOff x="-8018" y="-6850"/>
            <a:chExt cx="9160036" cy="5157199"/>
          </a:xfrm>
        </p:grpSpPr>
        <p:pic>
          <p:nvPicPr>
            <p:cNvPr id="14" name="Imagem 13">
              <a:extLst>
                <a:ext uri="{FF2B5EF4-FFF2-40B4-BE49-F238E27FC236}">
                  <a16:creationId xmlns:a16="http://schemas.microsoft.com/office/drawing/2014/main" id="{F99C4937-4CA6-1681-AD12-714171C7B5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8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8018" y="9420"/>
              <a:ext cx="9144000" cy="5140929"/>
            </a:xfrm>
            <a:prstGeom prst="rect">
              <a:avLst/>
            </a:prstGeom>
          </p:spPr>
        </p:pic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8FE16062-CD33-26EF-7852-EEB052C99ADF}"/>
                </a:ext>
              </a:extLst>
            </p:cNvPr>
            <p:cNvSpPr/>
            <p:nvPr/>
          </p:nvSpPr>
          <p:spPr>
            <a:xfrm>
              <a:off x="-8018" y="-6850"/>
              <a:ext cx="9144000" cy="2571750"/>
            </a:xfrm>
            <a:prstGeom prst="rect">
              <a:avLst/>
            </a:prstGeom>
            <a:gradFill>
              <a:gsLst>
                <a:gs pos="0">
                  <a:schemeClr val="tx1"/>
                </a:gs>
                <a:gs pos="100000">
                  <a:schemeClr val="tx1"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 defTabSz="685800">
                <a:defRPr/>
              </a:pPr>
              <a:endParaRPr lang="pt-BR" sz="1350" dirty="0">
                <a:solidFill>
                  <a:prstClr val="white"/>
                </a:solidFill>
                <a:latin typeface="Aptos" panose="02110004020202020204"/>
              </a:endParaRPr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8EC5D82E-1708-EF82-42BA-A36BC867682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83" r="7926" b="18018"/>
            <a:stretch>
              <a:fillRect/>
            </a:stretch>
          </p:blipFill>
          <p:spPr bwMode="auto">
            <a:xfrm>
              <a:off x="3292307" y="9420"/>
              <a:ext cx="5859711" cy="512466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9" name="Agrupar 8">
            <a:extLst>
              <a:ext uri="{FF2B5EF4-FFF2-40B4-BE49-F238E27FC236}">
                <a16:creationId xmlns:a16="http://schemas.microsoft.com/office/drawing/2014/main" id="{30CEFC08-205B-8686-D12E-6140C30AE475}"/>
              </a:ext>
            </a:extLst>
          </p:cNvPr>
          <p:cNvGrpSpPr/>
          <p:nvPr/>
        </p:nvGrpSpPr>
        <p:grpSpPr>
          <a:xfrm>
            <a:off x="827709" y="561561"/>
            <a:ext cx="4572000" cy="4029980"/>
            <a:chOff x="1762125" y="1944643"/>
            <a:chExt cx="6096000" cy="5373305"/>
          </a:xfrm>
        </p:grpSpPr>
        <p:pic>
          <p:nvPicPr>
            <p:cNvPr id="4" name="Imagem 3" descr="Logotipo&#10;&#10;O conteúdo gerado por IA pode estar incorreto.">
              <a:extLst>
                <a:ext uri="{FF2B5EF4-FFF2-40B4-BE49-F238E27FC236}">
                  <a16:creationId xmlns:a16="http://schemas.microsoft.com/office/drawing/2014/main" id="{73C2A960-B545-941C-B3A2-AF1C0BFA797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855203" y="1944643"/>
              <a:ext cx="1831273" cy="503800"/>
            </a:xfrm>
            <a:prstGeom prst="rect">
              <a:avLst/>
            </a:prstGeom>
          </p:spPr>
        </p:pic>
        <p:sp>
          <p:nvSpPr>
            <p:cNvPr id="5" name="CaixaDeTexto 4">
              <a:extLst>
                <a:ext uri="{FF2B5EF4-FFF2-40B4-BE49-F238E27FC236}">
                  <a16:creationId xmlns:a16="http://schemas.microsoft.com/office/drawing/2014/main" id="{B841ECC1-4CCD-DADF-FC1F-E457228A3CB7}"/>
                </a:ext>
              </a:extLst>
            </p:cNvPr>
            <p:cNvSpPr txBox="1"/>
            <p:nvPr/>
          </p:nvSpPr>
          <p:spPr>
            <a:xfrm>
              <a:off x="1762125" y="2561092"/>
              <a:ext cx="6096000" cy="4756856"/>
            </a:xfrm>
            <a:prstGeom prst="rect">
              <a:avLst/>
            </a:prstGeom>
            <a:noFill/>
          </p:spPr>
          <p:txBody>
  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  <a:prstTxWarp prst="textNoShape">
                <a:avLst/>
              </a:prstTxWarp>
              <a:spAutoFit/>
            </a:bodyPr>
            <a:lstStyle/>
            <a:p>
              <a:pPr>
                <a:lnSpc>
                  <a:spcPts val="4838"/>
                </a:lnSpc>
              </a:pPr>
              <a:r>
                <a:rPr lang="pt-BR" sz="4400" dirty="0">
                  <a:solidFill>
                    <a:srgbClr val="E6F2ED"/>
                  </a:solidFill>
                  <a:latin typeface="Segoe UI Black"/>
                  <a:ea typeface="Segoe UI"/>
                  <a:cs typeface="Segoe UI"/>
                </a:rPr>
                <a:t>{{CAPA_TITULO}}</a:t>
              </a:r>
            </a:p>
            <a:p>
              <a:pPr>
                <a:lnSpc>
                  <a:spcPts val="4838"/>
                </a:lnSpc>
              </a:pPr>
              <a:r>
                <a:rPr lang="pt-BR" sz="4400" dirty="0">
                  <a:solidFill>
                    <a:srgbClr val="E6F2ED"/>
                  </a:solidFill>
                  <a:latin typeface="Segoe UI Black"/>
                  <a:cs typeface="Segoe UI"/>
                </a:rPr>
                <a:t>{{CAPA_SUBTITULO}}</a:t>
              </a:r>
              <a:endParaRPr lang="pt-BR" dirty="0">
                <a:solidFill>
                  <a:srgbClr val="E6F2ED"/>
                </a:solidFill>
              </a:endParaRPr>
            </a:p>
            <a:p>
              <a:pPr>
                <a:lnSpc>
                  <a:spcPts val="4838"/>
                </a:lnSpc>
              </a:pPr>
              <a:r>
                <a:rPr lang="pt-BR" sz="5400" dirty="0">
                  <a:solidFill>
                    <a:srgbClr val="E6F2ED"/>
                  </a:solidFill>
                  <a:latin typeface="Segoe UI Black"/>
                  <a:ea typeface="Segoe UI"/>
                  <a:cs typeface="Segoe UI"/>
                </a:rPr>
                <a:t> </a:t>
              </a:r>
              <a:r>
                <a:rPr sz="5400" dirty="0">
                  <a:solidFill>
                    <a:srgbClr val="E6F2ED"/>
                  </a:solidFill>
                  <a:latin typeface="Segoe UI Black"/>
                  <a:ea typeface="Segoe UI Black"/>
                  <a:cs typeface="Segoe UI Black"/>
                </a:rPr>
                <a:t> </a:t>
              </a:r>
            </a:p>
            <a:p>
              <a:pPr>
                <a:lnSpc>
                  <a:spcPts val="5221"/>
                </a:lnSpc>
              </a:pPr>
              <a:endParaRPr sz="5400" dirty="0">
                <a:solidFill>
                  <a:srgbClr val="E6F2ED"/>
                </a:solidFill>
                <a:latin typeface="Segoe UI Black"/>
                <a:ea typeface="Segoe UI Black"/>
                <a:cs typeface="Segoe UI Black"/>
              </a:endParaRPr>
            </a:p>
            <a:p>
              <a:pPr algn="ctr"/>
              <a:endParaRPr lang="pt-BR" sz="2400" dirty="0">
                <a:solidFill>
                  <a:srgbClr val="E6F2ED"/>
                </a:solidFill>
              </a:endParaRPr>
            </a:p>
          </p:txBody>
        </p:sp>
      </p:grpSp>
      <p:sp>
        <p:nvSpPr>
          <p:cNvPr id="2" name="CaixaDeTexto 1">
            <a:extLst>
              <a:ext uri="{FF2B5EF4-FFF2-40B4-BE49-F238E27FC236}">
                <a16:creationId xmlns:a16="http://schemas.microsoft.com/office/drawing/2014/main" id="{0200673C-D1A3-8A21-AFEF-503B564EC6E6}"/>
              </a:ext>
            </a:extLst>
          </p:cNvPr>
          <p:cNvSpPr txBox="1"/>
          <p:nvPr/>
        </p:nvSpPr>
        <p:spPr>
          <a:xfrm>
            <a:off x="838199" y="3076161"/>
            <a:ext cx="7026107" cy="144655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1400" dirty="0">
                <a:solidFill>
                  <a:schemeClr val="bg1"/>
                </a:solidFill>
                <a:latin typeface="Segoe UI"/>
                <a:cs typeface="Segoe UI"/>
              </a:rPr>
              <a:t>{{DATA_EXTENSO}}</a:t>
            </a:r>
            <a:endParaRPr lang="pt-BR" sz="1200" dirty="0">
              <a:solidFill>
                <a:srgbClr val="000000"/>
              </a:solidFill>
              <a:latin typeface="Segoe UI"/>
              <a:cs typeface="Segoe UI"/>
            </a:endParaRPr>
          </a:p>
          <a:p>
            <a:r>
              <a:rPr lang="pt-BR" sz="1200" b="1" dirty="0">
                <a:solidFill>
                  <a:schemeClr val="bg1"/>
                </a:solidFill>
                <a:latin typeface="Segoe UI"/>
                <a:cs typeface="Segoe UI"/>
              </a:rPr>
              <a:t>{{CAPA_ROTULO_CLIENTE}} {{CLIENTE}}</a:t>
            </a:r>
            <a:endParaRPr lang="pt-BR" sz="1200" dirty="0">
              <a:solidFill>
                <a:srgbClr val="000000"/>
              </a:solidFill>
              <a:latin typeface="Segoe UI"/>
              <a:cs typeface="Segoe UI"/>
            </a:endParaRPr>
          </a:p>
          <a:p>
            <a:r>
              <a:rPr lang="pt-BR" sz="1200" i="1" dirty="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rPr>
              <a:t>{{CAPA_ROTULO_POR}} {{ESPECIALISTA}}</a:t>
            </a:r>
          </a:p>
          <a:p>
            <a:r>
              <a:rPr lang="pt-BR" sz="1200" i="1" dirty="0">
                <a:solidFill>
                  <a:schemeClr val="bg1">
                    <a:lumMod val="65000"/>
                  </a:schemeClr>
                </a:solidFill>
                <a:latin typeface="Segoe UI"/>
                <a:cs typeface="Segoe UI"/>
              </a:rPr>
              <a:t>{{ESPECIALISTA_CARGO}}</a:t>
            </a:r>
            <a:endParaRPr lang="en-US" sz="1200" dirty="0">
              <a:solidFill>
                <a:srgbClr val="000000"/>
              </a:solidFill>
              <a:latin typeface="Segoe UI"/>
              <a:cs typeface="Segoe UI"/>
            </a:endParaRPr>
          </a:p>
          <a:p>
            <a:endParaRPr lang="pt-BR" sz="1400" dirty="0">
              <a:solidFill>
                <a:schemeClr val="bg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0866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458D35DB-0FA4-6DB5-FD5E-C600D1408A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3698" y="-7706"/>
            <a:ext cx="9157698" cy="5151206"/>
          </a:xfrm>
          <a:prstGeom prst="rect">
            <a:avLst/>
          </a:prstGeom>
        </p:spPr>
      </p:pic>
      <p:pic>
        <p:nvPicPr>
          <p:cNvPr id="12" name="Imagem 11">
            <a:extLst>
              <a:ext uri="{FF2B5EF4-FFF2-40B4-BE49-F238E27FC236}">
                <a16:creationId xmlns:a16="http://schemas.microsoft.com/office/drawing/2014/main" id="{687687A8-623F-96E9-6157-B0AA3ACB9C6D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3019" b="2576"/>
          <a:stretch>
            <a:fillRect/>
          </a:stretch>
        </p:blipFill>
        <p:spPr>
          <a:xfrm>
            <a:off x="-13698" y="-7706"/>
            <a:ext cx="9157698" cy="5151206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6BDB7AB8-30D4-0FE6-531B-8BC0E669C465}"/>
              </a:ext>
            </a:extLst>
          </p:cNvPr>
          <p:cNvSpPr txBox="1"/>
          <p:nvPr/>
        </p:nvSpPr>
        <p:spPr>
          <a:xfrm>
            <a:off x="908139" y="663599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17392F"/>
                </a:solidFill>
                <a:latin typeface="Segoe UI Black" panose="020B0A02040204020203" pitchFamily="34" charset="0"/>
              </a:rPr>
              <a:t>{{INST_TITULO}}</a:t>
            </a:r>
            <a:endParaRPr lang="pt-BR" sz="2400" dirty="0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9AC6CE0-C77B-59F8-48FC-2BE66F73E68A}"/>
              </a:ext>
            </a:extLst>
          </p:cNvPr>
          <p:cNvSpPr txBox="1"/>
          <p:nvPr/>
        </p:nvSpPr>
        <p:spPr>
          <a:xfrm>
            <a:off x="908140" y="1508771"/>
            <a:ext cx="3177785" cy="1915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 fontAlgn="base">
              <a:buNone/>
            </a:pPr>
            <a:r>
              <a:rPr lang="pt-BR" sz="1050" b="1" dirty="0">
                <a:solidFill>
                  <a:srgbClr val="17392F"/>
                </a:solidFill>
                <a:latin typeface="Segoe UI" panose="020B0502040204020203" pitchFamily="34" charset="0"/>
              </a:rPr>
              <a:t>{{INST_TEXTO}}</a:t>
            </a:r>
          </a:p>
          <a:p>
            <a:pPr algn="l" rtl="0" fontAlgn="base">
              <a:buNone/>
            </a:pPr>
            <a:endParaRPr lang="pt-BR" sz="900" dirty="0">
              <a:solidFill>
                <a:schemeClr val="tx1">
                  <a:lumMod val="65000"/>
                  <a:lumOff val="35000"/>
                </a:schemeClr>
              </a:solidFill>
              <a:latin typeface="Segoe UI" panose="020B0502040204020203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EB7E5426-89DF-0CCB-DFE6-DD7C5BFFDB51}"/>
              </a:ext>
            </a:extLst>
          </p:cNvPr>
          <p:cNvSpPr txBox="1"/>
          <p:nvPr/>
        </p:nvSpPr>
        <p:spPr>
          <a:xfrm>
            <a:off x="2199459" y="3300356"/>
            <a:ext cx="1099981" cy="8540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sz="1350" dirty="0"/>
          </a:p>
          <a:p>
            <a:r>
              <a:rPr lang="pt-BR" sz="3600" b="1" dirty="0">
                <a:solidFill>
                  <a:srgbClr val="1739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{{INST_NUM1}}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100B5604-7C70-ECF1-5B39-356BD5547394}"/>
              </a:ext>
            </a:extLst>
          </p:cNvPr>
          <p:cNvSpPr txBox="1"/>
          <p:nvPr/>
        </p:nvSpPr>
        <p:spPr>
          <a:xfrm>
            <a:off x="3435383" y="3300356"/>
            <a:ext cx="997709" cy="830997"/>
          </a:xfrm>
          <a:prstGeom prst="rect">
            <a:avLst/>
          </a:prstGeom>
          <a:noFill/>
        </p:spPr>
        <p:txBody>
          <a:bodyPr wrap="none" lIns="68580" tIns="34290" rIns="68580" bIns="34290" rtlCol="0" anchor="t">
            <a:spAutoFit/>
          </a:bodyPr>
          <a:lstStyle/>
          <a:p>
            <a:endParaRPr lang="pt-BR" sz="1350" dirty="0"/>
          </a:p>
          <a:p>
            <a:r>
              <a:rPr lang="pt-BR" sz="3600" b="1">
                <a:solidFill>
                  <a:srgbClr val="17392F"/>
                </a:solidFill>
                <a:latin typeface="Segoe UI"/>
                <a:cs typeface="Segoe UI"/>
              </a:rPr>
              <a:t>{{INST_NUM2}}</a:t>
            </a:r>
            <a:endParaRPr lang="pt-BR" sz="3600" b="1" dirty="0">
              <a:solidFill>
                <a:srgbClr val="17392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0993D5B2-58D2-C8CB-83BD-77B39B4F3ED6}"/>
              </a:ext>
            </a:extLst>
          </p:cNvPr>
          <p:cNvSpPr txBox="1"/>
          <p:nvPr/>
        </p:nvSpPr>
        <p:spPr>
          <a:xfrm>
            <a:off x="4682948" y="3300356"/>
            <a:ext cx="716863" cy="85408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pt-BR" sz="1350" dirty="0"/>
          </a:p>
          <a:p>
            <a:r>
              <a:rPr lang="pt-BR" sz="3600" b="1" dirty="0">
                <a:solidFill>
                  <a:srgbClr val="17392F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{{INST_NUM3}}</a:t>
            </a:r>
          </a:p>
        </p:txBody>
      </p:sp>
      <p:cxnSp>
        <p:nvCxnSpPr>
          <p:cNvPr id="18" name="Conector reto 17">
            <a:extLst>
              <a:ext uri="{FF2B5EF4-FFF2-40B4-BE49-F238E27FC236}">
                <a16:creationId xmlns:a16="http://schemas.microsoft.com/office/drawing/2014/main" id="{BA061032-4E3B-FB90-AC98-050934235A85}"/>
              </a:ext>
            </a:extLst>
          </p:cNvPr>
          <p:cNvCxnSpPr>
            <a:cxnSpLocks/>
          </p:cNvCxnSpPr>
          <p:nvPr/>
        </p:nvCxnSpPr>
        <p:spPr>
          <a:xfrm>
            <a:off x="2067009" y="3577916"/>
            <a:ext cx="0" cy="81546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8B0EDF19-EED7-A41E-4E0B-8248C5DA927B}"/>
              </a:ext>
            </a:extLst>
          </p:cNvPr>
          <p:cNvCxnSpPr>
            <a:cxnSpLocks/>
          </p:cNvCxnSpPr>
          <p:nvPr/>
        </p:nvCxnSpPr>
        <p:spPr>
          <a:xfrm>
            <a:off x="3378178" y="3577916"/>
            <a:ext cx="0" cy="815466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07B61C77-0C92-D98E-3796-3FA1FD5011BC}"/>
              </a:ext>
            </a:extLst>
          </p:cNvPr>
          <p:cNvCxnSpPr>
            <a:cxnSpLocks/>
          </p:cNvCxnSpPr>
          <p:nvPr/>
        </p:nvCxnSpPr>
        <p:spPr>
          <a:xfrm>
            <a:off x="4601148" y="3582620"/>
            <a:ext cx="0" cy="810762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CaixaDeTexto 27">
            <a:extLst>
              <a:ext uri="{FF2B5EF4-FFF2-40B4-BE49-F238E27FC236}">
                <a16:creationId xmlns:a16="http://schemas.microsoft.com/office/drawing/2014/main" id="{08A71510-5E01-BE34-1DD0-05A3F448F4DE}"/>
              </a:ext>
            </a:extLst>
          </p:cNvPr>
          <p:cNvSpPr txBox="1"/>
          <p:nvPr/>
        </p:nvSpPr>
        <p:spPr>
          <a:xfrm>
            <a:off x="2115356" y="4070216"/>
            <a:ext cx="1174623" cy="196208"/>
          </a:xfrm>
          <a:prstGeom prst="rect">
            <a:avLst/>
          </a:prstGeom>
          <a:noFill/>
        </p:spPr>
        <p:txBody>
          <a:bodyPr wrap="square" lIns="68580" tIns="34290" rIns="68580" bIns="34290" anchor="t">
            <a:spAutoFit/>
          </a:bodyPr>
          <a:lstStyle/>
          <a:p>
            <a:pPr algn="ctr"/>
            <a:r>
              <a:rPr lang="pt-BR" sz="825" dirty="0">
                <a:solidFill>
                  <a:schemeClr val="bg1">
                    <a:lumMod val="49000"/>
                  </a:schemeClr>
                </a:solidFill>
                <a:latin typeface="Segoe UI"/>
                <a:cs typeface="Segoe UI"/>
              </a:rPr>
              <a:t>{{INST_ROT1}}</a:t>
            </a:r>
          </a:p>
        </p:txBody>
      </p:sp>
      <p:sp>
        <p:nvSpPr>
          <p:cNvPr id="29" name="CaixaDeTexto 28">
            <a:extLst>
              <a:ext uri="{FF2B5EF4-FFF2-40B4-BE49-F238E27FC236}">
                <a16:creationId xmlns:a16="http://schemas.microsoft.com/office/drawing/2014/main" id="{93744607-7863-AD69-AB5C-52A4C8E9D99C}"/>
              </a:ext>
            </a:extLst>
          </p:cNvPr>
          <p:cNvSpPr txBox="1"/>
          <p:nvPr/>
        </p:nvSpPr>
        <p:spPr>
          <a:xfrm>
            <a:off x="3410378" y="4077192"/>
            <a:ext cx="1174623" cy="323165"/>
          </a:xfrm>
          <a:prstGeom prst="rect">
            <a:avLst/>
          </a:prstGeom>
          <a:noFill/>
        </p:spPr>
        <p:txBody>
          <a:bodyPr wrap="square" lIns="68580" tIns="34290" rIns="68580" bIns="34290" anchor="t">
            <a:spAutoFit/>
          </a:bodyPr>
          <a:lstStyle/>
          <a:p>
            <a:pPr algn="ctr"/>
            <a:r>
              <a:rPr lang="pt-BR" sz="825" dirty="0">
                <a:solidFill>
                  <a:schemeClr val="bg1">
                    <a:lumMod val="49000"/>
                  </a:schemeClr>
                </a:solidFill>
                <a:latin typeface="Segoe UI"/>
                <a:cs typeface="Segoe UI"/>
              </a:rPr>
              <a:t>{{INST_ROT2}}</a:t>
            </a:r>
          </a:p>
        </p:txBody>
      </p: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E2DA458C-2DB2-8CEE-7F4A-6440681B22CA}"/>
              </a:ext>
            </a:extLst>
          </p:cNvPr>
          <p:cNvSpPr txBox="1"/>
          <p:nvPr/>
        </p:nvSpPr>
        <p:spPr>
          <a:xfrm>
            <a:off x="4477076" y="4077192"/>
            <a:ext cx="1174623" cy="323165"/>
          </a:xfrm>
          <a:prstGeom prst="rect">
            <a:avLst/>
          </a:prstGeom>
          <a:noFill/>
        </p:spPr>
        <p:txBody>
          <a:bodyPr wrap="square" lIns="68580" tIns="34290" rIns="68580" bIns="34290" anchor="t">
            <a:spAutoFit/>
          </a:bodyPr>
          <a:lstStyle/>
          <a:p>
            <a:pPr algn="ctr"/>
            <a:r>
              <a:rPr lang="pt-BR" sz="825" dirty="0">
                <a:solidFill>
                  <a:schemeClr val="bg1">
                    <a:lumMod val="49000"/>
                  </a:schemeClr>
                </a:solidFill>
                <a:latin typeface="Segoe UI"/>
                <a:cs typeface="Segoe UI"/>
              </a:rPr>
              <a:t>{{INST_ROT3}}</a:t>
            </a:r>
          </a:p>
        </p:txBody>
      </p:sp>
      <p:grpSp>
        <p:nvGrpSpPr>
          <p:cNvPr id="3" name="Agrupar 2">
            <a:extLst>
              <a:ext uri="{FF2B5EF4-FFF2-40B4-BE49-F238E27FC236}">
                <a16:creationId xmlns:a16="http://schemas.microsoft.com/office/drawing/2014/main" id="{B7DFF5B1-419F-BA58-58A3-BFDC1D770B05}"/>
              </a:ext>
            </a:extLst>
          </p:cNvPr>
          <p:cNvGrpSpPr/>
          <p:nvPr/>
        </p:nvGrpSpPr>
        <p:grpSpPr>
          <a:xfrm>
            <a:off x="976313" y="3400571"/>
            <a:ext cx="996029" cy="1018316"/>
            <a:chOff x="6136653" y="4355302"/>
            <a:chExt cx="1566164" cy="1500438"/>
          </a:xfrm>
        </p:grpSpPr>
        <p:sp>
          <p:nvSpPr>
            <p:cNvPr id="13" name="CaixaDeTexto 12">
              <a:extLst>
                <a:ext uri="{FF2B5EF4-FFF2-40B4-BE49-F238E27FC236}">
                  <a16:creationId xmlns:a16="http://schemas.microsoft.com/office/drawing/2014/main" id="{260E63C8-A63B-31BF-9A03-1F04E874082D}"/>
                </a:ext>
              </a:extLst>
            </p:cNvPr>
            <p:cNvSpPr txBox="1"/>
            <p:nvPr/>
          </p:nvSpPr>
          <p:spPr>
            <a:xfrm>
              <a:off x="6342590" y="4355302"/>
              <a:ext cx="1155432" cy="1258444"/>
            </a:xfrm>
            <a:prstGeom prst="rect">
              <a:avLst/>
            </a:prstGeom>
            <a:noFill/>
          </p:spPr>
          <p:txBody>
            <a:bodyPr wrap="none" lIns="68580" tIns="34290" rIns="68580" bIns="34290" rtlCol="0" anchor="t">
              <a:spAutoFit/>
            </a:bodyPr>
            <a:lstStyle/>
            <a:p>
              <a:endParaRPr lang="pt-BR" sz="1050" dirty="0"/>
            </a:p>
            <a:p>
              <a:r>
                <a:rPr lang="pt-BR" sz="4050" b="1">
                  <a:solidFill>
                    <a:srgbClr val="17392F"/>
                  </a:solidFill>
                  <a:latin typeface="Segoe UI"/>
                  <a:ea typeface="+mn-lt"/>
                  <a:cs typeface="Segoe UI"/>
                </a:rPr>
                <a:t>{{INST_NUM4}}</a:t>
              </a:r>
              <a:endParaRPr lang="pt-BR" sz="4050" b="1">
                <a:solidFill>
                  <a:srgbClr val="17392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22" name="CaixaDeTexto 21">
              <a:extLst>
                <a:ext uri="{FF2B5EF4-FFF2-40B4-BE49-F238E27FC236}">
                  <a16:creationId xmlns:a16="http://schemas.microsoft.com/office/drawing/2014/main" id="{906CF5D6-DA59-589A-D877-8889D4C9F5D4}"/>
                </a:ext>
              </a:extLst>
            </p:cNvPr>
            <p:cNvSpPr txBox="1"/>
            <p:nvPr/>
          </p:nvSpPr>
          <p:spPr>
            <a:xfrm>
              <a:off x="6136653" y="5413584"/>
              <a:ext cx="1566164" cy="442156"/>
            </a:xfrm>
            <a:prstGeom prst="rect">
              <a:avLst/>
            </a:prstGeom>
            <a:noFill/>
          </p:spPr>
          <p:txBody>
            <a:bodyPr wrap="square" lIns="68580" tIns="34290" rIns="68580" bIns="34290" anchor="t">
              <a:spAutoFit/>
            </a:bodyPr>
            <a:lstStyle/>
            <a:p>
              <a:pPr algn="ctr"/>
              <a:r>
                <a:rPr lang="pt-BR" sz="750" dirty="0">
                  <a:solidFill>
                    <a:schemeClr val="bg1">
                      <a:lumMod val="49000"/>
                    </a:schemeClr>
                  </a:solidFill>
                  <a:latin typeface="Segoe UI"/>
                  <a:cs typeface="Segoe UI"/>
                </a:rPr>
                <a:t>{{INST_ROT4}}</a:t>
              </a:r>
            </a:p>
          </p:txBody>
        </p:sp>
        <p:sp>
          <p:nvSpPr>
            <p:cNvPr id="2" name="CaixaDeTexto 1">
              <a:extLst>
                <a:ext uri="{FF2B5EF4-FFF2-40B4-BE49-F238E27FC236}">
                  <a16:creationId xmlns:a16="http://schemas.microsoft.com/office/drawing/2014/main" id="{5D65927D-D629-D58F-3B20-0504F1377215}"/>
                </a:ext>
              </a:extLst>
            </p:cNvPr>
            <p:cNvSpPr txBox="1"/>
            <p:nvPr/>
          </p:nvSpPr>
          <p:spPr>
            <a:xfrm>
              <a:off x="6136653" y="4527516"/>
              <a:ext cx="1566164" cy="272096"/>
            </a:xfrm>
            <a:prstGeom prst="rect">
              <a:avLst/>
            </a:prstGeom>
            <a:noFill/>
          </p:spPr>
          <p:txBody>
            <a:bodyPr wrap="square" lIns="68580" tIns="34290" rIns="68580" bIns="34290" anchor="t">
              <a:spAutoFit/>
            </a:bodyPr>
            <a:lstStyle/>
            <a:p>
              <a:pPr algn="ctr"/>
              <a:r>
                <a:rPr lang="pt-BR" sz="750" b="1">
                  <a:solidFill>
                    <a:srgbClr val="17392F"/>
                  </a:solidFill>
                  <a:latin typeface="Segoe UI"/>
                  <a:cs typeface="Segoe UI"/>
                </a:rPr>
                <a:t>{{INST_PREFIXO4}}</a:t>
              </a:r>
              <a:endParaRPr lang="pt-BR" sz="1350" b="1"/>
            </a:p>
          </p:txBody>
        </p:sp>
      </p:grpSp>
    </p:spTree>
    <p:extLst>
      <p:ext uri="{BB962C8B-B14F-4D97-AF65-F5344CB8AC3E}">
        <p14:creationId xmlns:p14="http://schemas.microsoft.com/office/powerpoint/2010/main" val="35651276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5" name="Imagem 1024">
            <a:extLst>
              <a:ext uri="{FF2B5EF4-FFF2-40B4-BE49-F238E27FC236}">
                <a16:creationId xmlns:a16="http://schemas.microsoft.com/office/drawing/2014/main" id="{AF8B71D8-FAD1-F9BD-8D10-A1D496747793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3019" b="2576"/>
          <a:stretch>
            <a:fillRect/>
          </a:stretch>
        </p:blipFill>
        <p:spPr>
          <a:xfrm>
            <a:off x="-51798" y="0"/>
            <a:ext cx="9157698" cy="5151206"/>
          </a:xfrm>
          <a:prstGeom prst="rect">
            <a:avLst/>
          </a:prstGeom>
        </p:spPr>
      </p:pic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662499" y="742950"/>
            <a:ext cx="4442901" cy="50526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lvl="0">
              <a:defRPr/>
            </a:pPr>
            <a:r>
              <a:rPr lang="pt-BR" sz="1600" dirty="0">
                <a:solidFill>
                  <a:srgbClr val="17392F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{{INST_CHAMADA}}</a:t>
            </a:r>
          </a:p>
        </p:txBody>
      </p:sp>
      <p:grpSp>
        <p:nvGrpSpPr>
          <p:cNvPr id="2" name="Agrupar 1">
            <a:extLst>
              <a:ext uri="{FF2B5EF4-FFF2-40B4-BE49-F238E27FC236}">
                <a16:creationId xmlns:a16="http://schemas.microsoft.com/office/drawing/2014/main" id="{F2BF9978-40A7-4696-ADD8-50143F288506}"/>
              </a:ext>
            </a:extLst>
          </p:cNvPr>
          <p:cNvGrpSpPr/>
          <p:nvPr/>
        </p:nvGrpSpPr>
        <p:grpSpPr>
          <a:xfrm>
            <a:off x="1066800" y="1809750"/>
            <a:ext cx="6528901" cy="1935842"/>
            <a:chOff x="1119507" y="2680085"/>
            <a:chExt cx="9491514" cy="2814267"/>
          </a:xfrm>
        </p:grpSpPr>
        <p:pic>
          <p:nvPicPr>
            <p:cNvPr id="4" name="Gráfico 3">
              <a:extLst>
                <a:ext uri="{FF2B5EF4-FFF2-40B4-BE49-F238E27FC236}">
                  <a16:creationId xmlns:a16="http://schemas.microsoft.com/office/drawing/2014/main" id="{96973273-8C48-4181-2212-D63D8DABF67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119507" y="2680085"/>
              <a:ext cx="2259157" cy="744394"/>
            </a:xfrm>
            <a:prstGeom prst="rect">
              <a:avLst/>
            </a:prstGeom>
          </p:spPr>
        </p:pic>
        <p:pic>
          <p:nvPicPr>
            <p:cNvPr id="5" name="Imagem 4" descr="Ficheiro:Banco do Brasil logo.svg – Wikipédia, a enciclopédia livre">
              <a:extLst>
                <a:ext uri="{FF2B5EF4-FFF2-40B4-BE49-F238E27FC236}">
                  <a16:creationId xmlns:a16="http://schemas.microsoft.com/office/drawing/2014/main" id="{F19A65E0-854B-6731-DF74-0E0E8EC8B4C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457179" y="2856475"/>
              <a:ext cx="2504501" cy="428336"/>
            </a:xfrm>
            <a:prstGeom prst="rect">
              <a:avLst/>
            </a:prstGeom>
          </p:spPr>
        </p:pic>
        <p:pic>
          <p:nvPicPr>
            <p:cNvPr id="6" name="Gráfico 5">
              <a:extLst>
                <a:ext uri="{FF2B5EF4-FFF2-40B4-BE49-F238E27FC236}">
                  <a16:creationId xmlns:a16="http://schemas.microsoft.com/office/drawing/2014/main" id="{E412AD6C-9D55-F5B8-253E-EF8D89EA232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6230322" y="2815379"/>
              <a:ext cx="2413001" cy="543077"/>
            </a:xfrm>
            <a:prstGeom prst="rect">
              <a:avLst/>
            </a:prstGeom>
          </p:spPr>
        </p:pic>
        <p:pic>
          <p:nvPicPr>
            <p:cNvPr id="23" name="Imagem 22" descr="Logotipo&#10;&#10;O conteúdo gerado por IA pode estar incorreto.">
              <a:extLst>
                <a:ext uri="{FF2B5EF4-FFF2-40B4-BE49-F238E27FC236}">
                  <a16:creationId xmlns:a16="http://schemas.microsoft.com/office/drawing/2014/main" id="{97243ED8-F46C-C834-3803-96738D2040C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911965" y="2747877"/>
              <a:ext cx="1676976" cy="607003"/>
            </a:xfrm>
            <a:prstGeom prst="rect">
              <a:avLst/>
            </a:prstGeom>
          </p:spPr>
        </p:pic>
        <p:pic>
          <p:nvPicPr>
            <p:cNvPr id="24" name="Imagem 23">
              <a:extLst>
                <a:ext uri="{FF2B5EF4-FFF2-40B4-BE49-F238E27FC236}">
                  <a16:creationId xmlns:a16="http://schemas.microsoft.com/office/drawing/2014/main" id="{29E69951-AA5C-8A21-A53D-AB015043B6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3714331" y="3754466"/>
              <a:ext cx="1987550" cy="598055"/>
            </a:xfrm>
            <a:prstGeom prst="rect">
              <a:avLst/>
            </a:prstGeom>
          </p:spPr>
        </p:pic>
        <p:pic>
          <p:nvPicPr>
            <p:cNvPr id="25" name="Imagem 24" descr="Logotipo&#10;&#10;O conteúdo gerado por IA pode estar incorreto.">
              <a:extLst>
                <a:ext uri="{FF2B5EF4-FFF2-40B4-BE49-F238E27FC236}">
                  <a16:creationId xmlns:a16="http://schemas.microsoft.com/office/drawing/2014/main" id="{37CBC706-A107-07B0-D07F-E80903319B6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074" r="-368" b="11297"/>
            <a:stretch/>
          </p:blipFill>
          <p:spPr>
            <a:xfrm>
              <a:off x="4884245" y="4416919"/>
              <a:ext cx="2003944" cy="1061456"/>
            </a:xfrm>
            <a:prstGeom prst="rect">
              <a:avLst/>
            </a:prstGeom>
          </p:spPr>
        </p:pic>
        <p:pic>
          <p:nvPicPr>
            <p:cNvPr id="26" name="Gráfico 25">
              <a:extLst>
                <a:ext uri="{FF2B5EF4-FFF2-40B4-BE49-F238E27FC236}">
                  <a16:creationId xmlns:a16="http://schemas.microsoft.com/office/drawing/2014/main" id="{0EA12C2F-D708-2456-CD52-4A930467B70F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521005" y="3774817"/>
              <a:ext cx="1936174" cy="439017"/>
            </a:xfrm>
            <a:prstGeom prst="rect">
              <a:avLst/>
            </a:prstGeom>
          </p:spPr>
        </p:pic>
        <p:pic>
          <p:nvPicPr>
            <p:cNvPr id="27" name="Gráfico 26">
              <a:extLst>
                <a:ext uri="{FF2B5EF4-FFF2-40B4-BE49-F238E27FC236}">
                  <a16:creationId xmlns:a16="http://schemas.microsoft.com/office/drawing/2014/main" id="{5B1198C4-2380-516E-39A4-FB1AC030A2F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3035592" y="4947647"/>
              <a:ext cx="1202459" cy="482889"/>
            </a:xfrm>
            <a:prstGeom prst="rect">
              <a:avLst/>
            </a:prstGeom>
          </p:spPr>
        </p:pic>
        <p:pic>
          <p:nvPicPr>
            <p:cNvPr id="28" name="Gráfico 27">
              <a:extLst>
                <a:ext uri="{FF2B5EF4-FFF2-40B4-BE49-F238E27FC236}">
                  <a16:creationId xmlns:a16="http://schemas.microsoft.com/office/drawing/2014/main" id="{EABB7B8B-D3D9-02F5-A8BA-702A0CFD337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478286" y="3813243"/>
              <a:ext cx="2132735" cy="471344"/>
            </a:xfrm>
            <a:prstGeom prst="rect">
              <a:avLst/>
            </a:prstGeom>
          </p:spPr>
        </p:pic>
        <p:pic>
          <p:nvPicPr>
            <p:cNvPr id="29" name="Imagem 28" descr="Safilo toma outro passo para a sustentabilidade ambiental - Abióptica">
              <a:extLst>
                <a:ext uri="{FF2B5EF4-FFF2-40B4-BE49-F238E27FC236}">
                  <a16:creationId xmlns:a16="http://schemas.microsoft.com/office/drawing/2014/main" id="{56DCA126-BCB6-5D95-AEA1-85C097E45F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7404442" y="4883829"/>
              <a:ext cx="1507523" cy="610523"/>
            </a:xfrm>
            <a:prstGeom prst="rect">
              <a:avLst/>
            </a:prstGeom>
          </p:spPr>
        </p:pic>
        <p:pic>
          <p:nvPicPr>
            <p:cNvPr id="30" name="Imagem 29" descr="Ficheiro:O-boticario-logo-0-599x599.png – Wikipédia, a enciclopédia livre">
              <a:extLst>
                <a:ext uri="{FF2B5EF4-FFF2-40B4-BE49-F238E27FC236}">
                  <a16:creationId xmlns:a16="http://schemas.microsoft.com/office/drawing/2014/main" id="{AD076B7B-AA67-64A6-65A9-A7D6DE0AD9D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7865" t="42481" r="10112" b="39850"/>
            <a:stretch/>
          </p:blipFill>
          <p:spPr>
            <a:xfrm>
              <a:off x="5959033" y="3848637"/>
              <a:ext cx="2250054" cy="484705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Logotipo&#10;&#10;Descrição gerada automaticamente">
            <a:extLst>
              <a:ext uri="{FF2B5EF4-FFF2-40B4-BE49-F238E27FC236}">
                <a16:creationId xmlns:a16="http://schemas.microsoft.com/office/drawing/2014/main" id="{348986EB-3E7C-26ED-6404-F68CAC356A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71128" y="300038"/>
            <a:ext cx="748807" cy="208860"/>
          </a:xfrm>
          <a:prstGeom prst="rect">
            <a:avLst/>
          </a:prstGeom>
        </p:spPr>
      </p:pic>
      <p:sp>
        <p:nvSpPr>
          <p:cNvPr id="22" name="CaixaDeTexto 21">
            <a:extLst>
              <a:ext uri="{FF2B5EF4-FFF2-40B4-BE49-F238E27FC236}">
                <a16:creationId xmlns:a16="http://schemas.microsoft.com/office/drawing/2014/main" id="{E293F57D-9FAF-5CC4-8ACB-54D78DF09DC6}"/>
              </a:ext>
            </a:extLst>
          </p:cNvPr>
          <p:cNvSpPr txBox="1"/>
          <p:nvPr/>
        </p:nvSpPr>
        <p:spPr>
          <a:xfrm>
            <a:off x="1219200" y="1428750"/>
            <a:ext cx="6477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pt-BR"/>
            </a:defPPr>
            <a:lvl1pPr>
              <a:defRPr sz="2400">
                <a:solidFill>
                  <a:schemeClr val="bg1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defRPr>
            </a:lvl1pPr>
          </a:lstStyle>
          <a:p>
            <a:r>
              <a:rPr lang="pt-BR" sz="1800" dirty="0">
                <a:solidFill>
                  <a:srgbClr val="17392F"/>
                </a:solidFill>
              </a:rPr>
              <a:t>{{INST_CICLO}}</a:t>
            </a:r>
            <a:endParaRPr lang="pt-BR" sz="1800" dirty="0"/>
          </a:p>
        </p:txBody>
      </p:sp>
      <p:grpSp>
        <p:nvGrpSpPr>
          <p:cNvPr id="23" name="Agrupar 22">
            <a:extLst>
              <a:ext uri="{FF2B5EF4-FFF2-40B4-BE49-F238E27FC236}">
                <a16:creationId xmlns:a16="http://schemas.microsoft.com/office/drawing/2014/main" id="{291B8123-BC12-6DFD-411F-80A76B4ED146}"/>
              </a:ext>
            </a:extLst>
          </p:cNvPr>
          <p:cNvGrpSpPr/>
          <p:nvPr/>
        </p:nvGrpSpPr>
        <p:grpSpPr>
          <a:xfrm flipH="1">
            <a:off x="223665" y="2952750"/>
            <a:ext cx="8087069" cy="1344718"/>
            <a:chOff x="704620" y="1626374"/>
            <a:chExt cx="10782759" cy="1792957"/>
          </a:xfrm>
        </p:grpSpPr>
        <p:sp>
          <p:nvSpPr>
            <p:cNvPr id="24" name="Retângulo Arredondado 39">
              <a:extLst>
                <a:ext uri="{FF2B5EF4-FFF2-40B4-BE49-F238E27FC236}">
                  <a16:creationId xmlns:a16="http://schemas.microsoft.com/office/drawing/2014/main" id="{691BB293-EE27-AFEA-5A9D-A7BF5992FAAD}"/>
                </a:ext>
              </a:extLst>
            </p:cNvPr>
            <p:cNvSpPr/>
            <p:nvPr/>
          </p:nvSpPr>
          <p:spPr>
            <a:xfrm flipH="1">
              <a:off x="704620" y="1626374"/>
              <a:ext cx="10782759" cy="1091207"/>
            </a:xfrm>
            <a:prstGeom prst="roundRect">
              <a:avLst>
                <a:gd name="adj" fmla="val 50000"/>
              </a:avLst>
            </a:prstGeom>
            <a:gradFill flip="none" rotWithShape="1">
              <a:gsLst>
                <a:gs pos="0">
                  <a:schemeClr val="bg1">
                    <a:alpha val="0"/>
                  </a:schemeClr>
                </a:gs>
                <a:gs pos="95000">
                  <a:srgbClr val="EF8944"/>
                </a:gs>
              </a:gsLst>
              <a:lin ang="0" scaled="1"/>
              <a:tileRect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685800">
                <a:defRPr/>
              </a:pPr>
              <a:r>
                <a:rPr lang="pt-BR" sz="100">
                  <a:solidFill>
                    <a:prstClr val="white"/>
                  </a:solidFill>
                  <a:latin typeface="Aptos" panose="02110004020202020204"/>
                </a:rPr>
                <a:t>1</a:t>
              </a:r>
            </a:p>
          </p:txBody>
        </p:sp>
        <p:sp>
          <p:nvSpPr>
            <p:cNvPr id="25" name="CaixaDeTexto 24">
              <a:extLst>
                <a:ext uri="{FF2B5EF4-FFF2-40B4-BE49-F238E27FC236}">
                  <a16:creationId xmlns:a16="http://schemas.microsoft.com/office/drawing/2014/main" id="{FED710DE-3382-D8C0-D6BA-E20B500AFB03}"/>
                </a:ext>
              </a:extLst>
            </p:cNvPr>
            <p:cNvSpPr txBox="1"/>
            <p:nvPr/>
          </p:nvSpPr>
          <p:spPr>
            <a:xfrm>
              <a:off x="1062039" y="1726561"/>
              <a:ext cx="7472362" cy="169277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 algn="r">
                <a:defRPr/>
              </a:pPr>
              <a:r>
                <a:rPr lang="pt-BR" sz="1200" dirty="0">
                  <a:solidFill>
                    <a:srgbClr val="17392F"/>
                  </a:solidFill>
                  <a:latin typeface="Segoe UI" panose="020B0502040204020203" pitchFamily="34" charset="0"/>
                  <a:ea typeface="Segoe UI Black" panose="020B0A02040204020203" pitchFamily="34" charset="0"/>
                  <a:cs typeface="Segoe UI" panose="020B0502040204020203" pitchFamily="34" charset="0"/>
                </a:rPr>
                <a:t>{{INST_CICLO2}}</a:t>
              </a:r>
            </a:p>
            <a:p>
              <a:pPr algn="r" defTabSz="685800">
                <a:defRPr/>
              </a:pPr>
              <a:endParaRPr lang="pt-BR" sz="1350" dirty="0">
                <a:solidFill>
                  <a:prstClr val="white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  <a:p>
              <a:pPr algn="r" defTabSz="685800">
                <a:defRPr/>
              </a:pPr>
              <a:endParaRPr lang="pt-BR" sz="1350" dirty="0">
                <a:solidFill>
                  <a:prstClr val="white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  <a:p>
              <a:pPr algn="r" defTabSz="685800">
                <a:defRPr/>
              </a:pPr>
              <a:endParaRPr lang="pt-BR" sz="1350" dirty="0">
                <a:solidFill>
                  <a:prstClr val="white"/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5DE1B112-0C31-B3D3-0049-DE6796922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id="{BA880CB0-836F-F981-110D-B34C261E5D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m 2" descr="Logotipo&#10;&#10;Descrição gerada automaticamente">
            <a:extLst>
              <a:ext uri="{FF2B5EF4-FFF2-40B4-BE49-F238E27FC236}">
                <a16:creationId xmlns:a16="http://schemas.microsoft.com/office/drawing/2014/main" id="{9C7F7EC2-07A4-10DD-EF91-D748E2FCD95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48600" y="300038"/>
            <a:ext cx="748807" cy="208860"/>
          </a:xfrm>
          <a:prstGeom prst="rect">
            <a:avLst/>
          </a:prstGeom>
        </p:spPr>
      </p:pic>
      <p:sp>
        <p:nvSpPr>
          <p:cNvPr id="8" name="CaixaDeTexto 4">
            <a:extLst>
              <a:ext uri="{FF2B5EF4-FFF2-40B4-BE49-F238E27FC236}">
                <a16:creationId xmlns:a16="http://schemas.microsoft.com/office/drawing/2014/main" id="{65EEB4F7-BBCE-8D4D-83F0-C3E5BD34F34D}"/>
              </a:ext>
            </a:extLst>
          </p:cNvPr>
          <p:cNvSpPr txBox="1"/>
          <p:nvPr/>
        </p:nvSpPr>
        <p:spPr>
          <a:xfrm>
            <a:off x="1143000" y="1809750"/>
            <a:ext cx="5454377" cy="58477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3200" dirty="0">
                <a:solidFill>
                  <a:srgbClr val="00764B"/>
                </a:solidFill>
                <a:latin typeface="Segoe UI Black"/>
                <a:ea typeface="Segoe UI Black"/>
                <a:cs typeface="Segoe UI"/>
              </a:rPr>
              <a:t>{{ROTULO_OBJETIVO}}</a:t>
            </a:r>
            <a:endParaRPr lang="pt-BR" sz="1100" dirty="0">
              <a:solidFill>
                <a:schemeClr val="bg1"/>
              </a:solidFill>
              <a:latin typeface="Segoe UI"/>
              <a:cs typeface="Segoe UI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E1594073-30B7-911E-0D20-77EBA91B6B77}"/>
              </a:ext>
            </a:extLst>
          </p:cNvPr>
          <p:cNvSpPr txBox="1"/>
          <p:nvPr/>
        </p:nvSpPr>
        <p:spPr>
          <a:xfrm>
            <a:off x="1143000" y="2522517"/>
            <a:ext cx="4651022" cy="893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200" spc="30" dirty="0">
                <a:solidFill>
                  <a:srgbClr val="FFFFFF"/>
                </a:solidFill>
                <a:latin typeface="Segoe UI"/>
                <a:cs typeface="Segoe UI"/>
              </a:rPr>
              <a:t>{{OBJETIVO}}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088694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122322-1663-4701-522E-AC330BAD0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 descr="Por do sol no céu&#10;&#10;O conteúdo gerado por IA pode estar incorreto.">
            <a:extLst>
              <a:ext uri="{FF2B5EF4-FFF2-40B4-BE49-F238E27FC236}">
                <a16:creationId xmlns:a16="http://schemas.microsoft.com/office/drawing/2014/main" id="{4ADAFDB3-5288-B0BB-3C60-CB8FC6B5DF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5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9421"/>
            <a:ext cx="9144000" cy="5124659"/>
          </a:xfrm>
          <a:prstGeom prst="rect">
            <a:avLst/>
          </a:prstGeom>
        </p:spPr>
      </p:pic>
      <p:grpSp>
        <p:nvGrpSpPr>
          <p:cNvPr id="3" name="Agrupar 2">
            <a:extLst>
              <a:ext uri="{FF2B5EF4-FFF2-40B4-BE49-F238E27FC236}">
                <a16:creationId xmlns:a16="http://schemas.microsoft.com/office/drawing/2014/main" id="{A94C214C-F8DE-9027-96FB-93B205C17AB9}"/>
              </a:ext>
            </a:extLst>
          </p:cNvPr>
          <p:cNvGrpSpPr/>
          <p:nvPr/>
        </p:nvGrpSpPr>
        <p:grpSpPr>
          <a:xfrm>
            <a:off x="-8018" y="-6850"/>
            <a:ext cx="9160036" cy="5157199"/>
            <a:chOff x="-8018" y="-6850"/>
            <a:chExt cx="9160036" cy="5157199"/>
          </a:xfrm>
        </p:grpSpPr>
        <p:pic>
          <p:nvPicPr>
            <p:cNvPr id="14" name="Imagem 13">
              <a:extLst>
                <a:ext uri="{FF2B5EF4-FFF2-40B4-BE49-F238E27FC236}">
                  <a16:creationId xmlns:a16="http://schemas.microsoft.com/office/drawing/2014/main" id="{413327B6-214F-7581-8B60-31E50C2EFB1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 amt="8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8018" y="9420"/>
              <a:ext cx="9144000" cy="5140929"/>
            </a:xfrm>
            <a:prstGeom prst="rect">
              <a:avLst/>
            </a:prstGeom>
          </p:spPr>
        </p:pic>
        <p:sp>
          <p:nvSpPr>
            <p:cNvPr id="15" name="Retângulo 14">
              <a:extLst>
                <a:ext uri="{FF2B5EF4-FFF2-40B4-BE49-F238E27FC236}">
                  <a16:creationId xmlns:a16="http://schemas.microsoft.com/office/drawing/2014/main" id="{20C5932F-685E-93EE-9F4C-CD17F7FB1D97}"/>
                </a:ext>
              </a:extLst>
            </p:cNvPr>
            <p:cNvSpPr/>
            <p:nvPr/>
          </p:nvSpPr>
          <p:spPr>
            <a:xfrm>
              <a:off x="-8018" y="-6850"/>
              <a:ext cx="9144000" cy="2571750"/>
            </a:xfrm>
            <a:prstGeom prst="rect">
              <a:avLst/>
            </a:prstGeom>
            <a:gradFill>
              <a:gsLst>
                <a:gs pos="0">
                  <a:schemeClr val="tx1"/>
                </a:gs>
                <a:gs pos="100000">
                  <a:schemeClr val="tx1">
                    <a:alpha val="0"/>
                  </a:schemeClr>
                </a:gs>
              </a:gsLst>
              <a:lin ang="5400000" scaled="0"/>
            </a:gra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 defTabSz="685800">
                <a:defRPr/>
              </a:pPr>
              <a:endParaRPr lang="pt-BR" sz="1350" dirty="0">
                <a:solidFill>
                  <a:prstClr val="white"/>
                </a:solidFill>
                <a:latin typeface="Aptos" panose="02110004020202020204"/>
              </a:endParaRPr>
            </a:p>
          </p:txBody>
        </p:sp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3CC47022-CBE7-4CCC-293D-918ED7DBE09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lum bright="70000" contrast="-70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2083" r="7926" b="18018"/>
            <a:stretch>
              <a:fillRect/>
            </a:stretch>
          </p:blipFill>
          <p:spPr bwMode="auto">
            <a:xfrm>
              <a:off x="3292307" y="9420"/>
              <a:ext cx="5859711" cy="512466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" name="CaixaDeTexto 4">
            <a:extLst>
              <a:ext uri="{FF2B5EF4-FFF2-40B4-BE49-F238E27FC236}">
                <a16:creationId xmlns:a16="http://schemas.microsoft.com/office/drawing/2014/main" id="{EEF2D0D9-9CA1-BE04-3E21-0C1AEC08E497}"/>
              </a:ext>
            </a:extLst>
          </p:cNvPr>
          <p:cNvSpPr txBox="1"/>
          <p:nvPr/>
        </p:nvSpPr>
        <p:spPr>
          <a:xfrm>
            <a:off x="1219200" y="1885950"/>
            <a:ext cx="4572000" cy="122777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68580" tIns="34290" rIns="68580" bIns="3429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ts val="4838"/>
              </a:lnSpc>
            </a:pPr>
            <a:r>
              <a:rPr lang="pt-BR" sz="4400" dirty="0">
                <a:solidFill>
                  <a:srgbClr val="E6F2ED"/>
                </a:solidFill>
                <a:latin typeface="Segoe UI Black"/>
                <a:ea typeface="Segoe UI"/>
                <a:cs typeface="Segoe UI"/>
              </a:rPr>
              <a:t>{{ROTULO_ESCOPO}}</a:t>
            </a:r>
          </a:p>
          <a:p>
            <a:pPr>
              <a:lnSpc>
                <a:spcPts val="4838"/>
              </a:lnSpc>
            </a:pPr>
            <a:r>
              <a:rPr lang="pt-BR" sz="2800" dirty="0">
                <a:solidFill>
                  <a:srgbClr val="E6F2ED"/>
                </a:solidFill>
                <a:latin typeface="Segoe UI Black"/>
                <a:ea typeface="Segoe UI Black"/>
                <a:cs typeface="Segoe UI"/>
              </a:rPr>
              <a:t>{{OFERTA_SUBTITULO}}</a:t>
            </a:r>
            <a:endParaRPr sz="2800" dirty="0">
              <a:solidFill>
                <a:srgbClr val="E6F2ED"/>
              </a:solidFill>
              <a:latin typeface="Segoe UI Black"/>
              <a:ea typeface="Segoe UI Black"/>
              <a:cs typeface="Segoe UI Black"/>
            </a:endParaRPr>
          </a:p>
        </p:txBody>
      </p:sp>
    </p:spTree>
    <p:extLst>
      <p:ext uri="{BB962C8B-B14F-4D97-AF65-F5344CB8AC3E}">
        <p14:creationId xmlns:p14="http://schemas.microsoft.com/office/powerpoint/2010/main" val="36985032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1E06D0-E727-FF0B-B77A-E55C1DCFD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Imagem 77">
            <a:extLst>
              <a:ext uri="{FF2B5EF4-FFF2-40B4-BE49-F238E27FC236}">
                <a16:creationId xmlns:a16="http://schemas.microsoft.com/office/drawing/2014/main" id="{5DA90327-99DF-A2BD-3369-6B1FD22D7643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3019" b="2576"/>
          <a:stretch>
            <a:fillRect/>
          </a:stretch>
        </p:blipFill>
        <p:spPr>
          <a:xfrm>
            <a:off x="0" y="-7706"/>
            <a:ext cx="9157698" cy="5151206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2F50407A-CAC6-AAA5-994D-46825E5FA4BB}"/>
              </a:ext>
            </a:extLst>
          </p:cNvPr>
          <p:cNvSpPr txBox="1"/>
          <p:nvPr/>
        </p:nvSpPr>
        <p:spPr>
          <a:xfrm>
            <a:off x="914400" y="81915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17392F"/>
                </a:solidFill>
                <a:latin typeface="Segoe UI" panose="020B0502040204020203" pitchFamily="34" charset="0"/>
              </a:rPr>
              <a:t>{{PERFIL_TITULO}}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8A8CC3F4-4E21-CF9A-046F-88E90E92E543}"/>
              </a:ext>
            </a:extLst>
          </p:cNvPr>
          <p:cNvSpPr txBox="1"/>
          <p:nvPr/>
        </p:nvSpPr>
        <p:spPr>
          <a:xfrm>
            <a:off x="914400" y="1200150"/>
            <a:ext cx="7315200" cy="6118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</a:rPr>
              <a:t>{{PERFIL_INTRO}}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</a:rPr>
              <a:t>{{ROTULO_FORMATO}} {{PERFIL_FORMATO}}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8FCE5F5B-DF0F-7E7B-CFB0-3A788B05DF0F}"/>
              </a:ext>
            </a:extLst>
          </p:cNvPr>
          <p:cNvSpPr txBox="1"/>
          <p:nvPr/>
        </p:nvSpPr>
        <p:spPr>
          <a:xfrm>
            <a:off x="4648200" y="2210705"/>
            <a:ext cx="4038600" cy="1838196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{{PERFIL_ESCOPO_COL2}}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C964C65-9AB1-DC5E-0778-BC51A0AA6E24}"/>
              </a:ext>
            </a:extLst>
          </p:cNvPr>
          <p:cNvSpPr txBox="1"/>
          <p:nvPr/>
        </p:nvSpPr>
        <p:spPr>
          <a:xfrm>
            <a:off x="493889" y="2210705"/>
            <a:ext cx="4038600" cy="2092111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1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{{PERFIL_ESCOPO_COL1}}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0A6F255F-DE3C-3CFA-5F68-98F24D375FFB}"/>
              </a:ext>
            </a:extLst>
          </p:cNvPr>
          <p:cNvSpPr txBox="1"/>
          <p:nvPr/>
        </p:nvSpPr>
        <p:spPr>
          <a:xfrm>
            <a:off x="493889" y="4462374"/>
            <a:ext cx="7620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</a:rPr>
              <a:t>{{PERFIL_RESSALVA}}</a:t>
            </a:r>
            <a:endParaRPr lang="pt-BR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A6AB17F0-7E00-A599-F530-4346B6247948}"/>
              </a:ext>
            </a:extLst>
          </p:cNvPr>
          <p:cNvSpPr txBox="1"/>
          <p:nvPr/>
        </p:nvSpPr>
        <p:spPr>
          <a:xfrm>
            <a:off x="493889" y="1809750"/>
            <a:ext cx="1106311" cy="334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</a:rPr>
              <a:t>Escopo</a:t>
            </a:r>
          </a:p>
        </p:txBody>
      </p:sp>
    </p:spTree>
    <p:extLst>
      <p:ext uri="{BB962C8B-B14F-4D97-AF65-F5344CB8AC3E}">
        <p14:creationId xmlns:p14="http://schemas.microsoft.com/office/powerpoint/2010/main" val="6645802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B66B4-A5EF-662F-33DE-E4FE976FC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Imagem 77">
            <a:extLst>
              <a:ext uri="{FF2B5EF4-FFF2-40B4-BE49-F238E27FC236}">
                <a16:creationId xmlns:a16="http://schemas.microsoft.com/office/drawing/2014/main" id="{663F6C71-7EB4-CBE1-2685-B39E06F5E80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3019" b="2576"/>
          <a:stretch>
            <a:fillRect/>
          </a:stretch>
        </p:blipFill>
        <p:spPr>
          <a:xfrm>
            <a:off x="0" y="-7706"/>
            <a:ext cx="9157698" cy="5151206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0EDBCC84-72ED-BD5C-E07A-DCAC168E102F}"/>
              </a:ext>
            </a:extLst>
          </p:cNvPr>
          <p:cNvSpPr txBox="1"/>
          <p:nvPr/>
        </p:nvSpPr>
        <p:spPr>
          <a:xfrm>
            <a:off x="914400" y="81915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17392F"/>
                </a:solidFill>
                <a:latin typeface="Segoe UI" panose="020B0502040204020203" pitchFamily="34" charset="0"/>
              </a:rPr>
              <a:t>{{ROTULO_PERFIL}}</a:t>
            </a:r>
            <a:endParaRPr lang="pt-BR" dirty="0"/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AE6F6E79-D11F-D3B9-5A80-BFED2A195FF6}"/>
              </a:ext>
            </a:extLst>
          </p:cNvPr>
          <p:cNvSpPr txBox="1"/>
          <p:nvPr/>
        </p:nvSpPr>
        <p:spPr>
          <a:xfrm>
            <a:off x="914400" y="1200150"/>
            <a:ext cx="7315200" cy="31048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"/>
              </a:rPr>
              <a:t>{{PERFIL_REQUISITOS}}</a:t>
            </a:r>
          </a:p>
        </p:txBody>
      </p:sp>
    </p:spTree>
    <p:extLst>
      <p:ext uri="{BB962C8B-B14F-4D97-AF65-F5344CB8AC3E}">
        <p14:creationId xmlns:p14="http://schemas.microsoft.com/office/powerpoint/2010/main" val="30595105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90048E-DCDE-4AFD-93D8-F7306549E9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Imagem 77">
            <a:extLst>
              <a:ext uri="{FF2B5EF4-FFF2-40B4-BE49-F238E27FC236}">
                <a16:creationId xmlns:a16="http://schemas.microsoft.com/office/drawing/2014/main" id="{5EB6C82D-2927-949D-A012-770D966458D4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alphaModFix amt="27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13019" b="2576"/>
          <a:stretch>
            <a:fillRect/>
          </a:stretch>
        </p:blipFill>
        <p:spPr>
          <a:xfrm>
            <a:off x="0" y="-7706"/>
            <a:ext cx="9157698" cy="5151206"/>
          </a:xfrm>
          <a:prstGeom prst="rect">
            <a:avLst/>
          </a:prstGeom>
        </p:spPr>
      </p:pic>
      <p:sp>
        <p:nvSpPr>
          <p:cNvPr id="3" name="CaixaDeTexto 2">
            <a:extLst>
              <a:ext uri="{FF2B5EF4-FFF2-40B4-BE49-F238E27FC236}">
                <a16:creationId xmlns:a16="http://schemas.microsoft.com/office/drawing/2014/main" id="{AC631CC3-7D52-3F6F-F26C-04BD988D4B60}"/>
              </a:ext>
            </a:extLst>
          </p:cNvPr>
          <p:cNvSpPr txBox="1"/>
          <p:nvPr/>
        </p:nvSpPr>
        <p:spPr>
          <a:xfrm>
            <a:off x="914400" y="81915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b="1" dirty="0">
                <a:solidFill>
                  <a:srgbClr val="17392F"/>
                </a:solidFill>
                <a:latin typeface="Segoe UI" panose="020B0502040204020203" pitchFamily="34" charset="0"/>
              </a:rPr>
              <a:t>{{ROTULO_LOCALIDADES}}</a:t>
            </a:r>
            <a:endParaRPr lang="pt-BR" dirty="0"/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283D1D3B-F924-2EB0-53E0-C4E125EB426A}"/>
              </a:ext>
            </a:extLst>
          </p:cNvPr>
          <p:cNvSpPr txBox="1"/>
          <p:nvPr/>
        </p:nvSpPr>
        <p:spPr>
          <a:xfrm>
            <a:off x="914400" y="1200150"/>
            <a:ext cx="7315200" cy="3658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{{PERFIL_MODALIDADE}}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{{ROTULO_ALOCADO_EM}}</a:t>
            </a:r>
          </a:p>
          <a:p>
            <a:pPr marL="628650" lvl="1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{{PERFIL_LOCAL}}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 dirty="0">
              <a:solidFill>
                <a:schemeClr val="tx1">
                  <a:lumMod val="75000"/>
                  <a:lumOff val="25000"/>
                </a:schemeClr>
              </a:solidFill>
              <a:latin typeface="Segoe UI 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 dirty="0">
              <a:solidFill>
                <a:schemeClr val="tx1">
                  <a:lumMod val="75000"/>
                  <a:lumOff val="25000"/>
                </a:schemeClr>
              </a:solidFill>
              <a:latin typeface="Segoe UI 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 dirty="0">
              <a:solidFill>
                <a:schemeClr val="tx1">
                  <a:lumMod val="75000"/>
                  <a:lumOff val="25000"/>
                </a:schemeClr>
              </a:solidFill>
              <a:latin typeface="Segoe UI 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pt-BR" sz="1200" dirty="0">
              <a:solidFill>
                <a:schemeClr val="tx1">
                  <a:lumMod val="75000"/>
                  <a:lumOff val="25000"/>
                </a:schemeClr>
              </a:solidFill>
              <a:latin typeface="Segoe UI "/>
            </a:endParaRP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{{TEXTO_COBERTURA}}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{{ROTULO_HORARIO}} {{PERFIL_HORARIO}}</a:t>
            </a:r>
          </a:p>
          <a:p>
            <a:pPr marL="171450" indent="-1714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 "/>
              </a:rPr>
              <a:t>{{TEXTO_REGIME_OBRIGACAO}}</a:t>
            </a:r>
          </a:p>
        </p:txBody>
      </p:sp>
      <p:pic>
        <p:nvPicPr>
          <p:cNvPr id="4" name="Picture 2" descr="TAC Contabilidade">
            <a:extLst>
              <a:ext uri="{FF2B5EF4-FFF2-40B4-BE49-F238E27FC236}">
                <a16:creationId xmlns:a16="http://schemas.microsoft.com/office/drawing/2014/main" id="{1ED79B84-97C4-8E6E-367C-14D72CDAA9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3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0701" y="-293389"/>
            <a:ext cx="2225077" cy="22250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593930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Por do sol no céu&#10;&#10;O conteúdo gerado por IA pode estar incorreto.">
            <a:extLst>
              <a:ext uri="{FF2B5EF4-FFF2-40B4-BE49-F238E27FC236}">
                <a16:creationId xmlns:a16="http://schemas.microsoft.com/office/drawing/2014/main" id="{57AC67E0-2992-7A7C-9C0E-8E2B1F83DBD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alphaModFix amt="5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18" y="21622"/>
            <a:ext cx="9144000" cy="5124659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5083C3C7-59AA-4218-AE75-7B36D45BEAE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80000"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6036" y="21621"/>
            <a:ext cx="9144000" cy="5140929"/>
          </a:xfrm>
          <a:prstGeom prst="rect">
            <a:avLst/>
          </a:prstGeom>
        </p:spPr>
      </p:pic>
      <p:sp>
        <p:nvSpPr>
          <p:cNvPr id="10" name="Retângulo 9">
            <a:extLst>
              <a:ext uri="{FF2B5EF4-FFF2-40B4-BE49-F238E27FC236}">
                <a16:creationId xmlns:a16="http://schemas.microsoft.com/office/drawing/2014/main" id="{54AEFADF-6B94-9197-7735-671620DBD4B0}"/>
              </a:ext>
            </a:extLst>
          </p:cNvPr>
          <p:cNvSpPr/>
          <p:nvPr/>
        </p:nvSpPr>
        <p:spPr>
          <a:xfrm>
            <a:off x="0" y="5351"/>
            <a:ext cx="9144000" cy="2571750"/>
          </a:xfrm>
          <a:prstGeom prst="rect">
            <a:avLst/>
          </a:prstGeom>
          <a:gradFill>
            <a:gsLst>
              <a:gs pos="0">
                <a:schemeClr val="tx1"/>
              </a:gs>
              <a:gs pos="100000">
                <a:schemeClr val="tx1">
                  <a:alpha val="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685800">
              <a:defRPr/>
            </a:pPr>
            <a:endParaRPr lang="pt-BR" sz="1350" dirty="0">
              <a:solidFill>
                <a:prstClr val="white"/>
              </a:solidFill>
              <a:latin typeface="Aptos" panose="02110004020202020204"/>
            </a:endParaRPr>
          </a:p>
        </p:txBody>
      </p:sp>
      <p:pic>
        <p:nvPicPr>
          <p:cNvPr id="15" name="Picture 2">
            <a:extLst>
              <a:ext uri="{FF2B5EF4-FFF2-40B4-BE49-F238E27FC236}">
                <a16:creationId xmlns:a16="http://schemas.microsoft.com/office/drawing/2014/main" id="{FC86B3BA-6DCE-01D5-43B8-3A356537C0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083" r="7926" b="18018"/>
          <a:stretch>
            <a:fillRect/>
          </a:stretch>
        </p:blipFill>
        <p:spPr bwMode="auto">
          <a:xfrm>
            <a:off x="4588036" y="21621"/>
            <a:ext cx="5859711" cy="512466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CFE6AA83-DB85-DD66-6768-085D1879754A}"/>
              </a:ext>
            </a:extLst>
          </p:cNvPr>
          <p:cNvSpPr txBox="1"/>
          <p:nvPr/>
        </p:nvSpPr>
        <p:spPr>
          <a:xfrm>
            <a:off x="606325" y="3409537"/>
            <a:ext cx="18590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chemeClr val="bg1"/>
                </a:solidFill>
              </a:rPr>
              <a:t>{{DATA_CURTA}}</a:t>
            </a:r>
          </a:p>
        </p:txBody>
      </p:sp>
      <p:sp>
        <p:nvSpPr>
          <p:cNvPr id="18" name="CaixaDeTexto 17">
            <a:extLst>
              <a:ext uri="{FF2B5EF4-FFF2-40B4-BE49-F238E27FC236}">
                <a16:creationId xmlns:a16="http://schemas.microsoft.com/office/drawing/2014/main" id="{10AB52A9-18AE-3AA1-7E5F-023D91ED493F}"/>
              </a:ext>
            </a:extLst>
          </p:cNvPr>
          <p:cNvSpPr txBox="1"/>
          <p:nvPr/>
        </p:nvSpPr>
        <p:spPr>
          <a:xfrm>
            <a:off x="514350" y="1651494"/>
            <a:ext cx="4921179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5400" dirty="0">
                <a:solidFill>
                  <a:srgbClr val="E6F2ED"/>
                </a:solidFill>
                <a:latin typeface="Segoe UI Black"/>
                <a:ea typeface="Segoe UI"/>
                <a:cs typeface="Segoe UI"/>
              </a:rPr>
              <a:t>{{ROTULO_COMERCIAL}}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54609-E150-FFCC-4257-B5FB03763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 descr="Padrão do plano de fundo">
            <a:extLst>
              <a:ext uri="{FF2B5EF4-FFF2-40B4-BE49-F238E27FC236}">
                <a16:creationId xmlns:a16="http://schemas.microsoft.com/office/drawing/2014/main" id="{B69A0CDD-3D17-5EB2-DFCB-5EC0F1E7B3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F4AD8164-1C54-47A3-8D55-FD694499C01C}"/>
              </a:ext>
            </a:extLst>
          </p:cNvPr>
          <p:cNvSpPr/>
          <p:nvPr/>
        </p:nvSpPr>
        <p:spPr>
          <a:xfrm>
            <a:off x="0" y="0"/>
            <a:ext cx="9143999" cy="669472"/>
          </a:xfrm>
          <a:prstGeom prst="rect">
            <a:avLst/>
          </a:prstGeom>
          <a:solidFill>
            <a:srgbClr val="18392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pt-BR">
              <a:solidFill>
                <a:srgbClr val="00764B"/>
              </a:solidFill>
            </a:endParaRPr>
          </a:p>
        </p:txBody>
      </p:sp>
      <p:pic>
        <p:nvPicPr>
          <p:cNvPr id="6" name="Imagem 5" descr="Logotipo&#10;&#10;O conteúdo gerado por IA pode estar incorreto.">
            <a:extLst>
              <a:ext uri="{FF2B5EF4-FFF2-40B4-BE49-F238E27FC236}">
                <a16:creationId xmlns:a16="http://schemas.microsoft.com/office/drawing/2014/main" id="{CDFE5B74-40F4-599B-654D-8124CBBDF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" y="4781550"/>
            <a:ext cx="550282" cy="151388"/>
          </a:xfrm>
          <a:prstGeom prst="rect">
            <a:avLst/>
          </a:prstGeom>
        </p:spPr>
      </p:pic>
      <p:sp>
        <p:nvSpPr>
          <p:cNvPr id="11" name="object 3">
            <a:extLst>
              <a:ext uri="{FF2B5EF4-FFF2-40B4-BE49-F238E27FC236}">
                <a16:creationId xmlns:a16="http://schemas.microsoft.com/office/drawing/2014/main" id="{13771325-42C5-9B78-BD13-F4AD885EA14B}"/>
              </a:ext>
            </a:extLst>
          </p:cNvPr>
          <p:cNvSpPr txBox="1"/>
          <p:nvPr/>
        </p:nvSpPr>
        <p:spPr>
          <a:xfrm>
            <a:off x="1295400" y="133350"/>
            <a:ext cx="5348904" cy="427938"/>
          </a:xfrm>
          <a:prstGeom prst="rect">
            <a:avLst/>
          </a:prstGeom>
        </p:spPr>
        <p:txBody>
          <a:bodyPr vert="horz" wrap="square" lIns="0" tIns="94615" rIns="0" bIns="0" rtlCol="0" anchor="t">
            <a:spAutoFit/>
          </a:bodyPr>
          <a:lstStyle>
            <a:defPPr>
              <a:defRPr lang="pt-BR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12700" marR="5080" indent="76200">
              <a:lnSpc>
                <a:spcPct val="80000"/>
              </a:lnSpc>
              <a:spcBef>
                <a:spcPts val="745"/>
              </a:spcBef>
            </a:pPr>
            <a:r>
              <a:rPr lang="pt-BR" sz="2700" b="1" spc="-5" dirty="0">
                <a:solidFill>
                  <a:srgbClr val="FFFFFF"/>
                </a:solidFill>
                <a:latin typeface="Segoe UI Black"/>
                <a:ea typeface="Segoe UI Black"/>
                <a:cs typeface="Arial"/>
              </a:rPr>
              <a:t>{{ROTULO_INVESTIMENTO}}</a:t>
            </a:r>
            <a:endParaRPr lang="pt-BR" sz="2700" dirty="0">
              <a:latin typeface="Segoe"/>
              <a:ea typeface="Segoe UI Black"/>
              <a:cs typeface="Arial"/>
            </a:endParaRPr>
          </a:p>
        </p:txBody>
      </p:sp>
      <p:graphicFrame>
        <p:nvGraphicFramePr>
          <p:cNvPr id="7" name="Tabela 6">
            <a:extLst>
              <a:ext uri="{FF2B5EF4-FFF2-40B4-BE49-F238E27FC236}">
                <a16:creationId xmlns:a16="http://schemas.microsoft.com/office/drawing/2014/main" id="{50404641-6C8C-4C12-19BB-816026F111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1484513"/>
              </p:ext>
            </p:extLst>
          </p:nvPr>
        </p:nvGraphicFramePr>
        <p:xfrm>
          <a:off x="855082" y="1123950"/>
          <a:ext cx="7298318" cy="85725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5393318">
                  <a:extLst>
                    <a:ext uri="{9D8B030D-6E8A-4147-A177-3AD203B41FA5}">
                      <a16:colId xmlns:a16="http://schemas.microsoft.com/office/drawing/2014/main" val="1666066913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519904293"/>
                    </a:ext>
                  </a:extLst>
                </a:gridCol>
              </a:tblGrid>
              <a:tr h="447675">
                <a:tc>
                  <a:txBody>
                    <a:bodyPr/>
                    <a:lstStyle/>
                    <a:p>
                      <a:pPr marL="0" algn="ctr" fontAlgn="base">
                        <a:lnSpc>
                          <a:spcPts val="1050"/>
                        </a:lnSpc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effectLst/>
                          <a:latin typeface="Segoe UI "/>
                        </a:rPr>
                        <a:t>{{ROTULO_COL_DESC}}</a:t>
                      </a:r>
                      <a:endParaRPr lang="en-US" sz="1200" dirty="0">
                        <a:effectLst/>
                        <a:latin typeface="Segoe UI "/>
                      </a:endParaRPr>
                    </a:p>
                  </a:txBody>
                  <a:tcPr marL="36557" marR="36557" marT="18278" marB="1827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54A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fontAlgn="base">
                        <a:lnSpc>
                          <a:spcPts val="1050"/>
                        </a:lnSpc>
                        <a:buNone/>
                      </a:pPr>
                      <a:r>
                        <a:rPr lang="pt-BR" sz="1200" b="1" dirty="0">
                          <a:solidFill>
                            <a:srgbClr val="FFFFFF"/>
                          </a:solidFill>
                          <a:effectLst/>
                          <a:latin typeface="Segoe UI "/>
                        </a:rPr>
                        <a:t>{{ROTULO_COL_VALOR}}</a:t>
                      </a:r>
                      <a:endParaRPr lang="en-US" sz="1200" dirty="0">
                        <a:effectLst/>
                        <a:latin typeface="Segoe UI "/>
                      </a:endParaRPr>
                    </a:p>
                  </a:txBody>
                  <a:tcPr marL="36557" marR="36557" marT="18278" marB="1827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5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66761099"/>
                  </a:ext>
                </a:extLst>
              </a:tr>
              <a:tr h="409575">
                <a:tc>
                  <a:txBody>
                    <a:bodyPr/>
                    <a:lstStyle/>
                    <a:p>
                      <a:pPr marL="0" indent="0" algn="l" fontAlgn="base">
                        <a:lnSpc>
                          <a:spcPct val="150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pt-B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 "/>
                        </a:rPr>
                        <a:t>{{ITEM_DESCRICAO}}</a:t>
                      </a:r>
                    </a:p>
                  </a:txBody>
                  <a:tcPr marL="36557" marR="36557" marT="18278" marB="1827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fontAlgn="base">
                        <a:lnSpc>
                          <a:spcPts val="975"/>
                        </a:lnSpc>
                        <a:buNone/>
                      </a:pPr>
                      <a:r>
                        <a:rPr lang="pt-BR" sz="1100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Segoe UI" panose="020B0502040204020203" pitchFamily="34" charset="0"/>
                        </a:rPr>
                        <a:t>{{ITEM_VALOR}}</a:t>
                      </a:r>
                      <a:endParaRPr lang="en-US" sz="11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highlight>
                          <a:srgbClr val="FFFF00"/>
                        </a:highlight>
                      </a:endParaRPr>
                    </a:p>
                  </a:txBody>
                  <a:tcPr marL="36557" marR="36557" marT="18278" marB="18278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0643907"/>
                  </a:ext>
                </a:extLst>
              </a:tr>
            </a:tbl>
          </a:graphicData>
        </a:graphic>
      </p:graphicFrame>
      <p:sp>
        <p:nvSpPr>
          <p:cNvPr id="5" name="Espaço Reservado para Conteúdo 2">
            <a:extLst>
              <a:ext uri="{FF2B5EF4-FFF2-40B4-BE49-F238E27FC236}">
                <a16:creationId xmlns:a16="http://schemas.microsoft.com/office/drawing/2014/main" id="{C7697CE7-56D3-7B25-4C3D-8504B4F90F2B}"/>
              </a:ext>
            </a:extLst>
          </p:cNvPr>
          <p:cNvSpPr txBox="1">
            <a:spLocks/>
          </p:cNvSpPr>
          <p:nvPr/>
        </p:nvSpPr>
        <p:spPr>
          <a:xfrm>
            <a:off x="855082" y="2863778"/>
            <a:ext cx="6917318" cy="1809588"/>
          </a:xfrm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defPPr>
              <a:defRPr lang="pt-BR"/>
            </a:defPPr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pt-BR" sz="1000" b="1" i="0" u="none" strike="noStrike" kern="1200" cap="none" spc="0" normalizeH="0" baseline="0" noProof="0" dirty="0">
                <a:ln>
                  <a:noFill/>
                </a:ln>
                <a:solidFill>
                  <a:schemeClr val="tx1">
                    <a:lumMod val="75000"/>
                    <a:lumOff val="25000"/>
                  </a:schemeClr>
                </a:solidFill>
                <a:effectLst/>
                <a:uLnTx/>
                <a:uFillTx/>
                <a:latin typeface="Segoe UI"/>
                <a:ea typeface="+mn-lt"/>
                <a:cs typeface="Segoe UI"/>
              </a:rPr>
              <a:t>{{ROTULO_OBSERVACOES}}</a:t>
            </a:r>
            <a:endParaRPr lang="pt-BR" sz="1000" b="1" i="0" u="none" strike="noStrike" kern="1200" cap="none" spc="0" normalizeH="0" baseline="0" noProof="0" dirty="0">
              <a:ln>
                <a:noFill/>
              </a:ln>
              <a:solidFill>
                <a:schemeClr val="tx1">
                  <a:lumMod val="75000"/>
                  <a:lumOff val="25000"/>
                </a:schemeClr>
              </a:solidFill>
              <a:effectLst/>
              <a:uLnTx/>
              <a:uFillTx/>
              <a:latin typeface="Segoe UI"/>
              <a:ea typeface="+mn-lt"/>
              <a:cs typeface="Segoe UI"/>
            </a:endParaRPr>
          </a:p>
          <a:p>
            <a:pPr marL="171450" indent="-171450" algn="just">
              <a:lnSpc>
                <a:spcPct val="100000"/>
              </a:lnSpc>
            </a:pPr>
            <a:r>
              <a:rPr lang="pt-BR" sz="1000" dirty="0">
                <a:solidFill>
                  <a:schemeClr val="tx1">
                    <a:lumMod val="75000"/>
                    <a:lumOff val="25000"/>
                  </a:schemeClr>
                </a:solidFill>
                <a:latin typeface="Segoe UI" panose="020B0502040204020203" pitchFamily="34" charset="0"/>
              </a:rPr>
              <a:t>{{OBSERVACOES_COMERCIAIS}}</a:t>
            </a:r>
          </a:p>
        </p:txBody>
      </p:sp>
    </p:spTree>
    <p:extLst>
      <p:ext uri="{BB962C8B-B14F-4D97-AF65-F5344CB8AC3E}">
        <p14:creationId xmlns:p14="http://schemas.microsoft.com/office/powerpoint/2010/main" val="6109915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aixaDeTexto 2">
            <a:extLst>
              <a:ext uri="{FF2B5EF4-FFF2-40B4-BE49-F238E27FC236}">
                <a16:creationId xmlns:a16="http://schemas.microsoft.com/office/drawing/2014/main" id="{1CE5F07D-6C9C-D2C3-A95F-E816A065BD0F}"/>
              </a:ext>
            </a:extLst>
          </p:cNvPr>
          <p:cNvSpPr txBox="1"/>
          <p:nvPr/>
        </p:nvSpPr>
        <p:spPr>
          <a:xfrm>
            <a:off x="1437699" y="1427432"/>
            <a:ext cx="3591715" cy="1546577"/>
          </a:xfrm>
          <a:prstGeom prst="rect">
            <a:avLst/>
          </a:prstGeom>
          <a:noFill/>
        </p:spPr>
        <p:txBody>
          <a:bodyPr wrap="square" lIns="68580" tIns="34290" rIns="68580" bIns="34290" anchor="t">
            <a:spAutoFit/>
          </a:bodyPr>
          <a:lstStyle>
            <a:defPPr>
              <a:defRPr lang="pt-BR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2400">
                <a:solidFill>
                  <a:srgbClr val="FFFFFF"/>
                </a:solidFill>
                <a:latin typeface="Segoe UI Black"/>
                <a:ea typeface="Segoe UI Black"/>
                <a:cs typeface="Times New Roman"/>
              </a:rPr>
              <a:t>{{FECHAMENTO_CHAMADA}}</a:t>
            </a:r>
            <a:endParaRPr lang="pt-BR" sz="1200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3B93C50B-7BA1-2AD1-4A3B-892A0C0182C4}"/>
              </a:ext>
            </a:extLst>
          </p:cNvPr>
          <p:cNvCxnSpPr>
            <a:cxnSpLocks/>
          </p:cNvCxnSpPr>
          <p:nvPr/>
        </p:nvCxnSpPr>
        <p:spPr>
          <a:xfrm>
            <a:off x="1491793" y="3051573"/>
            <a:ext cx="305564" cy="0"/>
          </a:xfrm>
          <a:prstGeom prst="line">
            <a:avLst/>
          </a:prstGeom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6" name="CaixaDeTexto 5">
            <a:extLst>
              <a:ext uri="{FF2B5EF4-FFF2-40B4-BE49-F238E27FC236}">
                <a16:creationId xmlns:a16="http://schemas.microsoft.com/office/drawing/2014/main" id="{97E4F580-0640-8223-9312-529EB44D82F9}"/>
              </a:ext>
            </a:extLst>
          </p:cNvPr>
          <p:cNvSpPr txBox="1"/>
          <p:nvPr/>
        </p:nvSpPr>
        <p:spPr>
          <a:xfrm>
            <a:off x="1435230" y="3263676"/>
            <a:ext cx="35917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800" dirty="0">
                <a:solidFill>
                  <a:srgbClr val="00754A"/>
                </a:solidFill>
                <a:latin typeface="Segoe UI Black" panose="020B0A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{{AM_NOME}}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F960ACC-1882-B699-DBD2-9A711B1E592F}"/>
              </a:ext>
            </a:extLst>
          </p:cNvPr>
          <p:cNvSpPr txBox="1"/>
          <p:nvPr/>
        </p:nvSpPr>
        <p:spPr>
          <a:xfrm>
            <a:off x="1435230" y="3633008"/>
            <a:ext cx="2930570" cy="248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 marL="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429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algn="l" defTabSz="685800" rtl="0" eaLnBrk="1" latinLnBrk="0" hangingPunct="1"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013" i="1" dirty="0">
                <a:solidFill>
                  <a:schemeClr val="bg1">
                    <a:lumMod val="75000"/>
                  </a:schemeClr>
                </a:solidFill>
                <a:latin typeface="Segoe UI" panose="020B0502040204020203" pitchFamily="34" charset="0"/>
                <a:ea typeface="Segoe UI Black" panose="020B0A02040204020203" pitchFamily="34" charset="0"/>
                <a:cs typeface="Segoe UI" panose="020B0502040204020203" pitchFamily="34" charset="0"/>
              </a:rPr>
              <a:t>{{AM_EMAIL}}</a:t>
            </a:r>
          </a:p>
        </p:txBody>
      </p:sp>
    </p:spTree>
    <p:extLst>
      <p:ext uri="{BB962C8B-B14F-4D97-AF65-F5344CB8AC3E}">
        <p14:creationId xmlns:p14="http://schemas.microsoft.com/office/powerpoint/2010/main" val="1892853679"/>
      </p:ext>
    </p:extLst>
  </p:cSld>
  <p:clrMapOvr>
    <a:masterClrMapping/>
  </p:clrMapOvr>
  <p:transition>
    <p:push dir="u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7E7E7E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257430E6E40BD24289CAB537D6593F76" ma:contentTypeVersion="18" ma:contentTypeDescription="Criar um novo documento." ma:contentTypeScope="" ma:versionID="b2a3a555b3e5e5652273ed1eb094ec4d">
  <xsd:schema xmlns:xsd="http://www.w3.org/2001/XMLSchema" xmlns:xs="http://www.w3.org/2001/XMLSchema" xmlns:p="http://schemas.microsoft.com/office/2006/metadata/properties" xmlns:ns2="1abcdc6f-ce25-4d9f-afb9-66222daecbeb" xmlns:ns3="1e33fd79-7ccc-4839-9879-2552c6d9fb63" targetNamespace="http://schemas.microsoft.com/office/2006/metadata/properties" ma:root="true" ma:fieldsID="d89fb46f54c410ad0dcb5cc1244ba6a4" ns2:_="" ns3:_="">
    <xsd:import namespace="1abcdc6f-ce25-4d9f-afb9-66222daecbeb"/>
    <xsd:import namespace="1e33fd79-7ccc-4839-9879-2552c6d9fb6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_Flow_SignoffStatus" minOccurs="0"/>
                <xsd:element ref="ns2:MediaServiceOCR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  <xsd:element ref="ns2:DatadeValidade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bcdc6f-ce25-4d9f-afb9-66222daecbe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5" nillable="true" ma:taxonomy="true" ma:internalName="lcf76f155ced4ddcb4097134ff3c332f" ma:taxonomyFieldName="MediaServiceImageTags" ma:displayName="Etiquetas de Imagem" ma:readOnly="false" ma:fieldId="{5cf76f15-5ced-4ddc-b409-7134ff3c332f}" ma:taxonomyMulti="true" ma:sspId="83a5cb55-5baa-4483-b4d2-ad00df7605d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_Flow_SignoffStatus" ma:index="19" nillable="true" ma:displayName="Estado da aprovação" ma:internalName="Estado_x0020_da_x0020_aprova_x00e7__x00e3_o">
      <xsd:simpleType>
        <xsd:restriction base="dms:Text"/>
      </xsd:simple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  <xsd:element name="DatadeValidade" ma:index="24" nillable="true" ma:displayName="Data de Validade" ma:default="[today]" ma:format="DateTime" ma:internalName="DatadeValidade">
      <xsd:simpleType>
        <xsd:restriction base="dms:DateTim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e33fd79-7ccc-4839-9879-2552c6d9fb63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Detalhes de 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16" nillable="true" ma:displayName="Taxonomy Catch All Column" ma:hidden="true" ma:list="{9a62ee0a-b5dc-4cee-a77c-74f5c4a0af64}" ma:internalName="TaxCatchAll" ma:showField="CatchAllData" ma:web="1e33fd79-7ccc-4839-9879-2552c6d9fb6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abcdc6f-ce25-4d9f-afb9-66222daecbeb">
      <Terms xmlns="http://schemas.microsoft.com/office/infopath/2007/PartnerControls"/>
    </lcf76f155ced4ddcb4097134ff3c332f>
    <TaxCatchAll xmlns="1e33fd79-7ccc-4839-9879-2552c6d9fb63" xsi:nil="true"/>
    <_Flow_SignoffStatus xmlns="1abcdc6f-ce25-4d9f-afb9-66222daecbeb" xsi:nil="true"/>
    <DatadeValidade xmlns="1abcdc6f-ce25-4d9f-afb9-66222daecbeb">2026-08-05T04:17:54Z</DatadeValidade>
    <SharedWithUsers xmlns="1e33fd79-7ccc-4839-9879-2552c6d9fb63">
      <UserInfo>
        <DisplayName/>
        <AccountId xsi:nil="true"/>
        <AccountType/>
      </UserInfo>
    </SharedWithUsers>
  </documentManagement>
</p:properties>
</file>

<file path=customXml/itemProps1.xml><?xml version="1.0" encoding="utf-8"?>
<ds:datastoreItem xmlns:ds="http://schemas.openxmlformats.org/officeDocument/2006/customXml" ds:itemID="{9281DE3C-EE0A-40CC-94E5-872A47CAD9D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bcdc6f-ce25-4d9f-afb9-66222daecbeb"/>
    <ds:schemaRef ds:uri="1e33fd79-7ccc-4839-9879-2552c6d9fb6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2C5E6FE3-321E-4C24-A4AD-6A3B0A3E4079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F83D230-EDA4-4E5C-957A-5C10016FD340}">
  <ds:schemaRefs>
    <ds:schemaRef ds:uri="http://purl.org/dc/dcmitype/"/>
    <ds:schemaRef ds:uri="http://purl.org/dc/terms/"/>
    <ds:schemaRef ds:uri="82c48dec-2aed-465f-a56b-b77b87288810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http://purl.org/dc/elements/1.1/"/>
    <ds:schemaRef ds:uri="862d6618-afbd-403f-b7ab-48d22b0dd3a5"/>
    <ds:schemaRef ds:uri="http://www.w3.org/XML/1998/namespace"/>
    <ds:schemaRef ds:uri="1abcdc6f-ce25-4d9f-afb9-66222daecbeb"/>
    <ds:schemaRef ds:uri="1e33fd79-7ccc-4839-9879-2552c6d9fb63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2543</TotalTime>
  <Words>748</Words>
  <Application>Microsoft Macintosh PowerPoint</Application>
  <PresentationFormat>On-screen Show (16:9)</PresentationFormat>
  <Paragraphs>92</Paragraphs>
  <Slides>12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1" baseType="lpstr">
      <vt:lpstr>Aptos</vt:lpstr>
      <vt:lpstr>Arial</vt:lpstr>
      <vt:lpstr>Calibri</vt:lpstr>
      <vt:lpstr>Segoe</vt:lpstr>
      <vt:lpstr>Segoe UI</vt:lpstr>
      <vt:lpstr>Segoe UI </vt:lpstr>
      <vt:lpstr>Segoe UI Black</vt:lpstr>
      <vt:lpstr>WordVisiCarriageReturn_MSFontService</vt:lpstr>
      <vt:lpstr>Office Theme</vt:lpstr>
      <vt:lpstr>PowerPoint Presentation</vt:lpstr>
      <vt:lpstr>PowerPoint Presentation</vt:lpstr>
      <vt:lpstr>Transforme suas operações de TI em um motor estratégico de crescimento e inovação.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Pablo Rosa</dc:creator>
  <cp:lastModifiedBy>Bruno Rodrigues dos Santos</cp:lastModifiedBy>
  <cp:revision>486</cp:revision>
  <dcterms:created xsi:type="dcterms:W3CDTF">2022-09-12T20:21:00Z</dcterms:created>
  <dcterms:modified xsi:type="dcterms:W3CDTF">2026-10-21T13:41:46Z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2022-09-12T00:00:00Z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2022-09-12T00:00:00Z</vt:filetime>
  </property>
  <property fmtid="{D5CDD505-2E9C-101B-9397-08002B2CF9AE}" pid="5" name="ContentTypeId">
    <vt:lpwstr>0x010100257430E6E40BD24289CAB537D6593F76</vt:lpwstr>
  </property>
  <property fmtid="{D5CDD505-2E9C-101B-9397-08002B2CF9AE}" pid="6" name="MediaServiceImageTags">
    <vt:lpwstr/>
  </property>
  <property fmtid="{D5CDD505-2E9C-101B-9397-08002B2CF9AE}" pid="7" name="Order">
    <vt:lpwstr>11215100.0000000</vt:lpwstr>
  </property>
  <property fmtid="{D5CDD505-2E9C-101B-9397-08002B2CF9AE}" pid="8" name="xd_ProgID">
    <vt:lpwstr/>
  </property>
  <property fmtid="{D5CDD505-2E9C-101B-9397-08002B2CF9AE}" pid="9" name="_SourceUrl">
    <vt:lpwstr/>
  </property>
  <property fmtid="{D5CDD505-2E9C-101B-9397-08002B2CF9AE}" pid="10" name="_SharedFileIndex">
    <vt:lpwstr/>
  </property>
  <property fmtid="{D5CDD505-2E9C-101B-9397-08002B2CF9AE}" pid="11" name="ComplianceAssetId">
    <vt:lpwstr/>
  </property>
  <property fmtid="{D5CDD505-2E9C-101B-9397-08002B2CF9AE}" pid="12" name="TemplateUrl">
    <vt:lpwstr/>
  </property>
  <property fmtid="{D5CDD505-2E9C-101B-9397-08002B2CF9AE}" pid="13" name="_ExtendedDescription">
    <vt:lpwstr/>
  </property>
  <property fmtid="{D5CDD505-2E9C-101B-9397-08002B2CF9AE}" pid="14" name="TriggerFlowInfo">
    <vt:lpwstr/>
  </property>
  <property fmtid="{D5CDD505-2E9C-101B-9397-08002B2CF9AE}" pid="15" name="xd_Signature">
    <vt:lpwstr/>
  </property>
</Properties>
</file>